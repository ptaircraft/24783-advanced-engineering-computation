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83" r:id="rId2"/>
    <p:sldId id="676" r:id="rId3"/>
    <p:sldId id="264" r:id="rId4"/>
    <p:sldId id="630" r:id="rId5"/>
    <p:sldId id="632" r:id="rId6"/>
    <p:sldId id="633" r:id="rId7"/>
    <p:sldId id="634" r:id="rId8"/>
    <p:sldId id="635" r:id="rId9"/>
    <p:sldId id="636" r:id="rId10"/>
    <p:sldId id="637" r:id="rId11"/>
    <p:sldId id="631" r:id="rId12"/>
    <p:sldId id="638" r:id="rId13"/>
    <p:sldId id="639" r:id="rId14"/>
    <p:sldId id="640" r:id="rId15"/>
    <p:sldId id="641" r:id="rId16"/>
    <p:sldId id="642" r:id="rId17"/>
    <p:sldId id="643" r:id="rId18"/>
    <p:sldId id="644" r:id="rId19"/>
    <p:sldId id="645" r:id="rId20"/>
    <p:sldId id="646" r:id="rId21"/>
    <p:sldId id="647" r:id="rId22"/>
    <p:sldId id="649" r:id="rId23"/>
    <p:sldId id="650" r:id="rId24"/>
    <p:sldId id="651" r:id="rId25"/>
    <p:sldId id="652" r:id="rId26"/>
    <p:sldId id="654" r:id="rId27"/>
    <p:sldId id="655" r:id="rId28"/>
    <p:sldId id="656" r:id="rId29"/>
    <p:sldId id="657" r:id="rId30"/>
    <p:sldId id="659" r:id="rId31"/>
    <p:sldId id="664" r:id="rId32"/>
    <p:sldId id="661" r:id="rId33"/>
    <p:sldId id="662" r:id="rId34"/>
    <p:sldId id="660" r:id="rId35"/>
    <p:sldId id="665" r:id="rId36"/>
    <p:sldId id="666" r:id="rId37"/>
    <p:sldId id="667" r:id="rId38"/>
    <p:sldId id="668" r:id="rId39"/>
    <p:sldId id="669" r:id="rId40"/>
    <p:sldId id="670" r:id="rId41"/>
    <p:sldId id="671" r:id="rId42"/>
    <p:sldId id="672" r:id="rId43"/>
    <p:sldId id="673" r:id="rId44"/>
    <p:sldId id="674" r:id="rId45"/>
    <p:sldId id="675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1" d="100"/>
          <a:sy n="151" d="100"/>
        </p:scale>
        <p:origin x="222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CB6D5-09E4-4610-88CA-DFB2CE3AAC59}" type="datetimeFigureOut">
              <a:rPr lang="en-US" smtClean="0"/>
              <a:t>3/22/2017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A0FF-337F-4458-917A-769BA419E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9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FA322-6F3F-4DC0-87DD-C2243BD40E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2500B-4EAB-4352-950A-83638A46CB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D067-94AF-4CC4-A3F4-94BC229338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75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F1812-1DE0-4021-BADA-FFAFA5A10F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3109A-EB99-4320-890D-5E88143228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15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F314-25DC-4377-AD01-A920945A2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99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0ED3A-E24C-4B6A-90A2-C196FD3C6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2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25BB-6760-4477-80E2-E9464DB153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9013F-5B2C-4E9D-9745-5981D3CFC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59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9005-ABF8-4206-A7D8-6B64D35F1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49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E539-E3A0-4ACA-8410-6BBB64C731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405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EA70-0706-42DF-B69B-B92068D80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0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E37565C6-0CEA-42B8-A9C2-60D46C6627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521"/>
            <a:ext cx="7772400" cy="1470025"/>
          </a:xfrm>
        </p:spPr>
        <p:txBody>
          <a:bodyPr/>
          <a:lstStyle/>
          <a:p>
            <a:r>
              <a:rPr lang="en-US" dirty="0" smtClean="0"/>
              <a:t>24-783 Lecture 17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468" y="2603500"/>
            <a:ext cx="4047064" cy="303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4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Retro Gaming Night This Friday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When:  Friday 20:00-23:00</a:t>
            </a:r>
          </a:p>
          <a:p>
            <a:r>
              <a:rPr lang="en-US" dirty="0" smtClean="0"/>
              <a:t>Where:  Newell Simon Atrium</a:t>
            </a:r>
          </a:p>
          <a:p>
            <a:endParaRPr lang="en-US" dirty="0"/>
          </a:p>
          <a:p>
            <a:r>
              <a:rPr lang="en-US" dirty="0" smtClean="0"/>
              <a:t>Presented by </a:t>
            </a:r>
            <a:r>
              <a:rPr lang="en-US" smtClean="0"/>
              <a:t>CMU Computer Club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596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Polygonal Mesh Data Structure</a:t>
            </a:r>
          </a:p>
          <a:p>
            <a:r>
              <a:rPr lang="en-US" dirty="0" smtClean="0"/>
              <a:t>Lattice</a:t>
            </a:r>
          </a:p>
          <a:p>
            <a:r>
              <a:rPr lang="en-US" dirty="0" smtClean="0"/>
              <a:t>Finding Connected Vertices</a:t>
            </a:r>
          </a:p>
          <a:p>
            <a:r>
              <a:rPr lang="en-US" dirty="0" smtClean="0"/>
              <a:t>Finding Neighboring Polygons</a:t>
            </a:r>
          </a:p>
          <a:p>
            <a:endParaRPr lang="en-US" dirty="0"/>
          </a:p>
          <a:p>
            <a:r>
              <a:rPr lang="en-US" dirty="0" smtClean="0"/>
              <a:t>Introducing </a:t>
            </a:r>
            <a:r>
              <a:rPr lang="en-US" dirty="0" err="1" smtClean="0"/>
              <a:t>YsShellExt</a:t>
            </a:r>
            <a:r>
              <a:rPr lang="en-US" dirty="0" smtClean="0"/>
              <a:t> class</a:t>
            </a:r>
          </a:p>
          <a:p>
            <a:endParaRPr lang="en-US" dirty="0"/>
          </a:p>
          <a:p>
            <a:r>
              <a:rPr lang="en-US" dirty="0" smtClean="0"/>
              <a:t>Color-map problem</a:t>
            </a:r>
          </a:p>
          <a:p>
            <a:r>
              <a:rPr lang="en-US" dirty="0" smtClean="0"/>
              <a:t>Greedy-Search Path Finding</a:t>
            </a:r>
          </a:p>
          <a:p>
            <a:r>
              <a:rPr lang="en-US" dirty="0" smtClean="0"/>
              <a:t>Flood-Fill in a Polygonal Mesh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3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Let's stitch polygons together while reading 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O(N</a:t>
            </a:r>
            <a:r>
              <a:rPr lang="en-US" baseline="30000" dirty="0" smtClean="0"/>
              <a:t>2</a:t>
            </a:r>
            <a:r>
              <a:rPr lang="en-US" dirty="0" smtClean="0"/>
              <a:t>) method</a:t>
            </a:r>
          </a:p>
          <a:p>
            <a:r>
              <a:rPr lang="en-US" dirty="0" smtClean="0"/>
              <a:t>O(N) computation + O(N) storage method.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646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Reducing Order of Computation with a 3D Lattice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Accelerates the collision detection.</a:t>
            </a:r>
          </a:p>
          <a:p>
            <a:r>
              <a:rPr lang="en-US" dirty="0" smtClean="0"/>
              <a:t>O(N</a:t>
            </a:r>
            <a:r>
              <a:rPr lang="en-US" baseline="30000" dirty="0" smtClean="0"/>
              <a:t>2</a:t>
            </a:r>
            <a:r>
              <a:rPr lang="en-US" dirty="0" smtClean="0"/>
              <a:t>)-&gt;O(N) computational time.</a:t>
            </a:r>
          </a:p>
          <a:p>
            <a:r>
              <a:rPr lang="en-US" dirty="0" smtClean="0"/>
              <a:t>Use O(N) memory.</a:t>
            </a:r>
          </a:p>
          <a:p>
            <a:r>
              <a:rPr lang="en-US" dirty="0" smtClean="0"/>
              <a:t>Most effective when the geometric elements are distributed uniformly.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25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common data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Oct-tree (or octree)</a:t>
            </a:r>
          </a:p>
          <a:p>
            <a:r>
              <a:rPr lang="en-US" dirty="0" smtClean="0"/>
              <a:t>k-D tree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These data structures typically reduces the order of complexity to O(</a:t>
            </a:r>
            <a:r>
              <a:rPr lang="en-US" dirty="0" err="1" smtClean="0"/>
              <a:t>logN</a:t>
            </a:r>
            <a:r>
              <a:rPr lang="en-US" dirty="0" smtClean="0"/>
              <a:t>) even the point distribution is highly non-uniform.  However, when points move, there is no easy update.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An advantage of lattice is its simplicity.  Due to its simplicity, adding/removing of a primitive is very quick.  When a point moves, just remove point, and re-register.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many real situation, simplicity </a:t>
            </a:r>
            <a:r>
              <a:rPr lang="en-US" dirty="0" smtClean="0"/>
              <a:t>does a better job than a </a:t>
            </a:r>
            <a:r>
              <a:rPr lang="en-US" dirty="0"/>
              <a:t>sophistication.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3152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667996"/>
          </a:xfrm>
        </p:spPr>
        <p:txBody>
          <a:bodyPr/>
          <a:lstStyle/>
          <a:p>
            <a:r>
              <a:rPr lang="en-US" dirty="0" smtClean="0"/>
              <a:t>You need to spend O(N) time to register elements in the lattice.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41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87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559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131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703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27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41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987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3559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8131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703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727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41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987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3559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8131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2703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727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41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987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559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8131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2703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727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41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987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3559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8131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2703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727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41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8987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13559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18131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22703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727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1847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36419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1847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6419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1847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36419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1847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36419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31847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36419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847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6419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441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8987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3559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8131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22703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2727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441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8987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13559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18131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22703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2727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1847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36419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31847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36419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486400" y="3429712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943600" y="3429712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6400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68580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7315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5486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5943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64008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68580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7315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5486400" y="43441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59436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6400800" y="43441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6858000" y="43441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7315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5486400" y="48013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59436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64008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68580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7315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7772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8229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77724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8229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8229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77724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82296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7772400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8229600" y="4800600"/>
            <a:ext cx="4572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5486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5943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6858000" y="52578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7315200" y="52578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5943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6400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6858000" y="57150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7315200" y="57150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7772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8229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7772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8229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ight Arrow 145"/>
          <p:cNvSpPr/>
          <p:nvPr/>
        </p:nvSpPr>
        <p:spPr>
          <a:xfrm>
            <a:off x="4267200" y="4114800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1219200" y="3276600"/>
            <a:ext cx="457200" cy="4572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2621422" y="2819400"/>
            <a:ext cx="457200" cy="457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2102266" y="4191000"/>
            <a:ext cx="457200" cy="4572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762000" y="4648200"/>
            <a:ext cx="457200" cy="4572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2483266" y="5518803"/>
            <a:ext cx="457200" cy="4572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3641933" y="479063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876550" y="2101850"/>
            <a:ext cx="476250" cy="946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73300" y="1803400"/>
            <a:ext cx="5545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Can be a vertex, polygon, or any geometric element.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8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finding a proximity elements, you can substantially reduce the number of elements to check.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43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00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57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572000" y="25146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743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00400" y="2971800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657600" y="2971800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114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72000" y="29718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743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200400" y="3429712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657600" y="3429712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114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5720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43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200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657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148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5720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743200" y="43441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200400" y="43441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6576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114800" y="43441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572000" y="43441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743200" y="48013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200400" y="48013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6576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1148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5720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486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943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54864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5943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54864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943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4864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43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4864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9436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486400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943600" y="4800600"/>
            <a:ext cx="4572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2743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3200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657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114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0" y="52578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2743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3200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657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114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572000" y="57150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5486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5943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5486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5943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810000" y="3810712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3657600" y="3428288"/>
            <a:ext cx="914400" cy="91511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13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Lattice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Minimum information:</a:t>
            </a:r>
          </a:p>
          <a:p>
            <a:pPr lvl="1"/>
            <a:r>
              <a:rPr lang="en-US" dirty="0" smtClean="0"/>
              <a:t>An array of the lattice elements.</a:t>
            </a:r>
          </a:p>
          <a:p>
            <a:pPr lvl="1"/>
            <a:r>
              <a:rPr lang="en-US" dirty="0" smtClean="0"/>
              <a:t>Resolution </a:t>
            </a:r>
            <a:r>
              <a:rPr lang="en-US" dirty="0" err="1" smtClean="0"/>
              <a:t>nx,ny,nz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this example, only cell information is necessary, but a general purpose lattice may need nodal information as well.</a:t>
            </a:r>
          </a:p>
          <a:p>
            <a:r>
              <a:rPr lang="en-US" dirty="0" smtClean="0"/>
              <a:t>A </a:t>
            </a:r>
            <a:r>
              <a:rPr lang="en-US" dirty="0" err="1" smtClean="0"/>
              <a:t>nx</a:t>
            </a:r>
            <a:r>
              <a:rPr lang="en-US" dirty="0" smtClean="0"/>
              <a:t> times </a:t>
            </a:r>
            <a:r>
              <a:rPr lang="en-US" dirty="0" err="1" smtClean="0"/>
              <a:t>ny</a:t>
            </a:r>
            <a:r>
              <a:rPr lang="en-US" dirty="0" smtClean="0"/>
              <a:t> times </a:t>
            </a:r>
            <a:r>
              <a:rPr lang="en-US" dirty="0" err="1" smtClean="0"/>
              <a:t>nz</a:t>
            </a:r>
            <a:r>
              <a:rPr lang="en-US" dirty="0" smtClean="0"/>
              <a:t> lattice needs (nx+1)*(ny+1)*(nz+1) nodes.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4724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71600" y="4724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14400" y="5181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371600" y="5181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0" y="56395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56395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4400" y="6096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71600" y="6096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28800" y="47236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86000" y="47236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28800" y="5180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286000" y="5180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28800" y="5638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286000" y="5638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828800" y="6096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286000" y="6096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895600" y="6248400"/>
            <a:ext cx="2993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4x4 lattice has 5x5 nodes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176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609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718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814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1910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006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9718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814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910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8006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9718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5814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1910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8006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9718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814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1910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8006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3622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3622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3622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3622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2362200" y="36008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2971800" y="36044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581400" y="35973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191000" y="36008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791740" y="36008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401340" y="36044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2819400" y="3597349"/>
            <a:ext cx="3039140" cy="35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819400" y="32960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3429000" y="32996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038600" y="32925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648200" y="32960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5248940" y="32960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858540" y="32996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3276600" y="3292549"/>
            <a:ext cx="3039140" cy="35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3276600" y="29948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3886200" y="2998381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4495800" y="29912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105400" y="29948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5706140" y="29948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6315740" y="2998381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3733800" y="2991293"/>
            <a:ext cx="3039140" cy="35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5433238" y="40545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5890438" y="37497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6319285" y="3467985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5417289" y="45117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5874489" y="42069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6331689" y="39056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5404885" y="49760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5862085" y="46712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6319285" y="4369981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5415517" y="54296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5872717" y="51248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V="1">
            <a:off x="6329917" y="48236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69395" y="2998381"/>
            <a:ext cx="17721" cy="18323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317513" y="3290777"/>
            <a:ext cx="17721" cy="18323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867400" y="3597349"/>
            <a:ext cx="17721" cy="18323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423585" y="579651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nx</a:t>
            </a:r>
            <a:r>
              <a:rPr lang="en-US" dirty="0" smtClean="0"/>
              <a:t>=5</a:t>
            </a:r>
            <a:endParaRPr lang="en-US" dirty="0"/>
          </a:p>
        </p:txBody>
      </p:sp>
      <p:sp>
        <p:nvSpPr>
          <p:cNvPr id="136" name="TextBox 135"/>
          <p:cNvSpPr txBox="1"/>
          <p:nvPr/>
        </p:nvSpPr>
        <p:spPr>
          <a:xfrm>
            <a:off x="1600200" y="462870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ny</a:t>
            </a:r>
            <a:r>
              <a:rPr lang="en-US" dirty="0" smtClean="0"/>
              <a:t>=4</a:t>
            </a:r>
            <a:endParaRPr lang="en-US" dirty="0"/>
          </a:p>
        </p:txBody>
      </p:sp>
      <p:sp>
        <p:nvSpPr>
          <p:cNvPr id="137" name="TextBox 136"/>
          <p:cNvSpPr txBox="1"/>
          <p:nvPr/>
        </p:nvSpPr>
        <p:spPr>
          <a:xfrm>
            <a:off x="2332074" y="299838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nz</a:t>
            </a:r>
            <a:r>
              <a:rPr lang="en-US" dirty="0" smtClean="0"/>
              <a:t>=3</a:t>
            </a:r>
            <a:endParaRPr lang="en-US" dirty="0"/>
          </a:p>
        </p:txBody>
      </p:sp>
      <p:sp>
        <p:nvSpPr>
          <p:cNvPr id="138" name="TextBox 137"/>
          <p:cNvSpPr txBox="1"/>
          <p:nvPr/>
        </p:nvSpPr>
        <p:spPr>
          <a:xfrm>
            <a:off x="838200" y="5715000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x</a:t>
            </a:r>
            <a:r>
              <a:rPr lang="en-US" baseline="-25000" dirty="0" err="1" smtClean="0"/>
              <a:t>min</a:t>
            </a:r>
            <a:r>
              <a:rPr lang="en-US" dirty="0" err="1" smtClean="0"/>
              <a:t>,y</a:t>
            </a:r>
            <a:r>
              <a:rPr lang="en-US" baseline="-25000" dirty="0" err="1" smtClean="0"/>
              <a:t>min</a:t>
            </a:r>
            <a:r>
              <a:rPr lang="en-US" dirty="0" err="1" smtClean="0"/>
              <a:t>,z</a:t>
            </a:r>
            <a:r>
              <a:rPr lang="en-US" baseline="-25000" dirty="0" err="1" smtClean="0"/>
              <a:t>min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39" name="TextBox 138"/>
          <p:cNvSpPr txBox="1"/>
          <p:nvPr/>
        </p:nvSpPr>
        <p:spPr>
          <a:xfrm>
            <a:off x="6560289" y="2590800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x</a:t>
            </a:r>
            <a:r>
              <a:rPr lang="en-US" baseline="-25000" dirty="0" err="1" smtClean="0"/>
              <a:t>max</a:t>
            </a:r>
            <a:r>
              <a:rPr lang="en-US" dirty="0" err="1" smtClean="0"/>
              <a:t>,y</a:t>
            </a:r>
            <a:r>
              <a:rPr lang="en-US" baseline="-25000" dirty="0" err="1" smtClean="0"/>
              <a:t>max</a:t>
            </a:r>
            <a:r>
              <a:rPr lang="en-US" dirty="0" err="1" smtClean="0"/>
              <a:t>,z</a:t>
            </a:r>
            <a:r>
              <a:rPr lang="en-US" baseline="-25000" dirty="0" err="1" smtClean="0"/>
              <a:t>max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140" name="Straight Connector 139"/>
          <p:cNvCxnSpPr/>
          <p:nvPr/>
        </p:nvCxnSpPr>
        <p:spPr>
          <a:xfrm flipV="1">
            <a:off x="6338785" y="4896297"/>
            <a:ext cx="457200" cy="304800"/>
          </a:xfrm>
          <a:prstGeom prst="line">
            <a:avLst/>
          </a:prstGeom>
          <a:ln>
            <a:solidFill>
              <a:schemeClr val="tx2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6769395" y="4976037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z</a:t>
            </a:r>
            <a:r>
              <a:rPr lang="en-US" baseline="-25000" dirty="0" err="1" smtClean="0"/>
              <a:t>max</a:t>
            </a:r>
            <a:r>
              <a:rPr lang="en-US" dirty="0" err="1" smtClean="0"/>
              <a:t>-z</a:t>
            </a:r>
            <a:r>
              <a:rPr lang="en-US" baseline="-25000" dirty="0" err="1" smtClean="0"/>
              <a:t>min</a:t>
            </a:r>
            <a:r>
              <a:rPr lang="en-US" dirty="0" smtClean="0"/>
              <a:t>)/</a:t>
            </a:r>
            <a:r>
              <a:rPr lang="en-US" dirty="0" err="1" smtClean="0"/>
              <a:t>nz</a:t>
            </a:r>
            <a:endParaRPr lang="en-US" dirty="0"/>
          </a:p>
        </p:txBody>
      </p:sp>
      <p:cxnSp>
        <p:nvCxnSpPr>
          <p:cNvPr id="143" name="Straight Connector 142"/>
          <p:cNvCxnSpPr/>
          <p:nvPr/>
        </p:nvCxnSpPr>
        <p:spPr>
          <a:xfrm>
            <a:off x="6858000" y="4369981"/>
            <a:ext cx="0" cy="446568"/>
          </a:xfrm>
          <a:prstGeom prst="line">
            <a:avLst/>
          </a:prstGeom>
          <a:ln>
            <a:solidFill>
              <a:schemeClr val="tx2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921795" y="4408599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max</a:t>
            </a:r>
            <a:r>
              <a:rPr lang="en-US" dirty="0" err="1" smtClean="0"/>
              <a:t>-y</a:t>
            </a:r>
            <a:r>
              <a:rPr lang="en-US" baseline="-25000" dirty="0" err="1" smtClean="0"/>
              <a:t>min</a:t>
            </a:r>
            <a:r>
              <a:rPr lang="en-US" dirty="0" smtClean="0"/>
              <a:t>)/</a:t>
            </a:r>
            <a:r>
              <a:rPr lang="en-US" dirty="0" err="1" smtClean="0"/>
              <a:t>ny</a:t>
            </a:r>
            <a:endParaRPr lang="en-US" dirty="0"/>
          </a:p>
        </p:txBody>
      </p:sp>
      <p:cxnSp>
        <p:nvCxnSpPr>
          <p:cNvPr id="146" name="Straight Connector 145"/>
          <p:cNvCxnSpPr/>
          <p:nvPr/>
        </p:nvCxnSpPr>
        <p:spPr>
          <a:xfrm>
            <a:off x="4800600" y="5867400"/>
            <a:ext cx="600740" cy="0"/>
          </a:xfrm>
          <a:prstGeom prst="line">
            <a:avLst/>
          </a:prstGeom>
          <a:ln>
            <a:solidFill>
              <a:schemeClr val="tx2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4572000" y="5879068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x</a:t>
            </a:r>
            <a:r>
              <a:rPr lang="en-US" baseline="-25000" dirty="0" err="1" smtClean="0"/>
              <a:t>max</a:t>
            </a:r>
            <a:r>
              <a:rPr lang="en-US" dirty="0" err="1" smtClean="0"/>
              <a:t>-x</a:t>
            </a:r>
            <a:r>
              <a:rPr lang="en-US" baseline="-25000" dirty="0" err="1" smtClean="0"/>
              <a:t>min</a:t>
            </a:r>
            <a:r>
              <a:rPr lang="en-US" dirty="0" smtClean="0"/>
              <a:t>)/</a:t>
            </a:r>
            <a:r>
              <a:rPr lang="en-US" dirty="0" err="1" smtClean="0"/>
              <a:t>nx</a:t>
            </a:r>
            <a:endParaRPr lang="en-US" dirty="0"/>
          </a:p>
        </p:txBody>
      </p:sp>
      <p:sp>
        <p:nvSpPr>
          <p:cNvPr id="148" name="TextBox 147"/>
          <p:cNvSpPr txBox="1"/>
          <p:nvPr/>
        </p:nvSpPr>
        <p:spPr>
          <a:xfrm>
            <a:off x="762000" y="2057400"/>
            <a:ext cx="755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Block </a:t>
            </a:r>
            <a:r>
              <a:rPr lang="en-US" dirty="0" err="1" smtClean="0"/>
              <a:t>Coord</a:t>
            </a:r>
            <a:r>
              <a:rPr lang="en-US" dirty="0" smtClean="0"/>
              <a:t>: (</a:t>
            </a:r>
            <a:r>
              <a:rPr lang="en-US" dirty="0" err="1" smtClean="0"/>
              <a:t>bx,by,bz</a:t>
            </a:r>
            <a:r>
              <a:rPr lang="en-US" dirty="0" smtClean="0"/>
              <a:t>) -&gt; Linear Index: </a:t>
            </a:r>
            <a:r>
              <a:rPr lang="en-US" dirty="0" err="1" smtClean="0"/>
              <a:t>bz</a:t>
            </a:r>
            <a:r>
              <a:rPr lang="en-US" dirty="0" smtClean="0"/>
              <a:t>*(nx+1)*(ny+1)+by*(nx+1)+</a:t>
            </a:r>
            <a:r>
              <a:rPr lang="en-US" dirty="0" err="1" smtClean="0"/>
              <a:t>bx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12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it in C++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840968"/>
            <a:ext cx="7725192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template </a:t>
            </a:r>
            <a:r>
              <a:rPr lang="en-US" sz="1100" dirty="0">
                <a:latin typeface="Consolas" panose="020B0609020204030204" pitchFamily="49" charset="0"/>
              </a:rPr>
              <a:t>&lt;class T&gt;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Lattice3d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protected: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int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nx,ny,nz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&lt;T&gt; </a:t>
            </a:r>
            <a:r>
              <a:rPr lang="en-US" sz="1100" dirty="0" err="1">
                <a:latin typeface="Consolas" panose="020B0609020204030204" pitchFamily="49" charset="0"/>
              </a:rPr>
              <a:t>elem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YsVec3 </a:t>
            </a:r>
            <a:r>
              <a:rPr lang="en-US" sz="1100" dirty="0" err="1">
                <a:latin typeface="Consolas" panose="020B0609020204030204" pitchFamily="49" charset="0"/>
              </a:rPr>
              <a:t>min,max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/*!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Create a lattice with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nx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ny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blocks.  To store nodal information, the length of the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storage actually allocated will be (nx+1)*(ny+1)*(nz+1</a:t>
            </a:r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).  */</a:t>
            </a:r>
            <a:endParaRPr lang="en-US" sz="11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void </a:t>
            </a:r>
            <a:r>
              <a:rPr lang="en-US" sz="1100" dirty="0">
                <a:latin typeface="Consolas" panose="020B0609020204030204" pitchFamily="49" charset="0"/>
              </a:rPr>
              <a:t>Create(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ny,int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YsVec3 &amp;</a:t>
            </a:r>
            <a:r>
              <a:rPr lang="en-US" sz="1100" dirty="0" err="1">
                <a:latin typeface="Consolas" panose="020B0609020204030204" pitchFamily="49" charset="0"/>
              </a:rPr>
              <a:t>min,const</a:t>
            </a:r>
            <a:r>
              <a:rPr lang="en-US" sz="1100" dirty="0">
                <a:latin typeface="Consolas" panose="020B0609020204030204" pitchFamily="49" charset="0"/>
              </a:rPr>
              <a:t> YsVec3 &amp;max);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/*!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Returns number of blocks in X,Y, and Z direction. */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YSSIZE_T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YSSIZE_T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YSSIZE_T 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/*!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Returns the dimension of one block. */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YsVec3 </a:t>
            </a:r>
            <a:r>
              <a:rPr lang="en-US" sz="1100" dirty="0" err="1">
                <a:latin typeface="Consolas" panose="020B0609020204030204" pitchFamily="49" charset="0"/>
              </a:rPr>
              <a:t>GetBlockDimension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/*!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Returns the minimum (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x,y,z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) of the block at (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bx,by,bz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). */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YsVec3 </a:t>
            </a:r>
            <a:r>
              <a:rPr lang="en-US" sz="1100" dirty="0" err="1">
                <a:latin typeface="Consolas" panose="020B0609020204030204" pitchFamily="49" charset="0"/>
              </a:rPr>
              <a:t>GetBlockPosition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iy,int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iz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/*!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Returns the index of the block that encloses the given position. */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YsVec3i </a:t>
            </a:r>
            <a:r>
              <a:rPr lang="en-US" sz="1100" dirty="0" err="1">
                <a:latin typeface="Consolas" panose="020B0609020204030204" pitchFamily="49" charset="0"/>
              </a:rPr>
              <a:t>GetBlockIndex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 &amp;</a:t>
            </a:r>
            <a:r>
              <a:rPr lang="en-US" sz="1100" dirty="0" err="1">
                <a:latin typeface="Consolas" panose="020B0609020204030204" pitchFamily="49" charset="0"/>
              </a:rPr>
              <a:t>pos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/*!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Returns if the block index is within the valid range.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The lattice elements can be nodal value or cell value.  To support the nodal values,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this class allocates (nx+1)*(ny+1)*(nz+1)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elems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.  Therefore, the index is valid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and this function returns true, if: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0&lt;=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idx.x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 &amp;&amp;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idx.x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nx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&amp;&amp; 0&lt;=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idx.y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 &amp;&amp;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idx.y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ny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&amp;&amp; 0&lt;=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 &amp;&amp;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nz</a:t>
            </a:r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. */</a:t>
            </a:r>
            <a:endParaRPr lang="en-US" sz="11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IsInRange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YsVec3i </a:t>
            </a:r>
            <a:r>
              <a:rPr lang="en-US" sz="1100" dirty="0" err="1">
                <a:latin typeface="Consolas" panose="020B0609020204030204" pitchFamily="49" charset="0"/>
              </a:rPr>
              <a:t>idx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   /*!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Returns a reference to the lattice element at the index. */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T </a:t>
            </a:r>
            <a:r>
              <a:rPr lang="en-US" sz="1100" dirty="0">
                <a:latin typeface="Consolas" panose="020B0609020204030204" pitchFamily="49" charset="0"/>
              </a:rPr>
              <a:t>&amp;operator[](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YsVec3i </a:t>
            </a:r>
            <a:r>
              <a:rPr lang="en-US" sz="1100" dirty="0" err="1">
                <a:latin typeface="Consolas" panose="020B0609020204030204" pitchFamily="49" charset="0"/>
              </a:rPr>
              <a:t>idx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const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T &amp;operator[](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YsVec3i </a:t>
            </a:r>
            <a:r>
              <a:rPr lang="en-US" sz="1100" dirty="0" err="1">
                <a:latin typeface="Consolas" panose="020B0609020204030204" pitchFamily="49" charset="0"/>
              </a:rPr>
              <a:t>idx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182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it a </a:t>
            </a:r>
            <a:r>
              <a:rPr lang="en-US" dirty="0" err="1" smtClean="0"/>
              <a:t>MeshLattice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want to stitch, or merge, vertices located at the same position.</a:t>
            </a:r>
          </a:p>
          <a:p>
            <a:r>
              <a:rPr lang="en-US" dirty="0" smtClean="0"/>
              <a:t>Let's find such vertices using a lattice.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028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Implementing </a:t>
            </a:r>
            <a:r>
              <a:rPr lang="en-US" dirty="0" err="1" smtClean="0"/>
              <a:t>MeshLattice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8800" y="914400"/>
            <a:ext cx="7879080" cy="3985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MESHLATTICE_IS_INCLUDED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MESHLATTICE_IS_INCLUDED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polygonalmesh.h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"</a:t>
            </a:r>
            <a:r>
              <a:rPr lang="en-US" sz="1100" dirty="0" err="1">
                <a:latin typeface="Consolas" panose="020B0609020204030204" pitchFamily="49" charset="0"/>
              </a:rPr>
              <a:t>lattice.h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MeshLatticeElem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PolygonalMesh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VertexHandle</a:t>
            </a:r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vtHd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MeshLattice</a:t>
            </a:r>
            <a:r>
              <a:rPr lang="en-US" sz="1100" dirty="0">
                <a:latin typeface="Consolas" panose="020B0609020204030204" pitchFamily="49" charset="0"/>
              </a:rPr>
              <a:t> : public Lattice3d &lt;</a:t>
            </a:r>
            <a:r>
              <a:rPr lang="en-US" sz="1100" dirty="0" err="1">
                <a:latin typeface="Consolas" panose="020B0609020204030204" pitchFamily="49" charset="0"/>
              </a:rPr>
              <a:t>MeshLatticeElem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SetDomain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PolygonalMesh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mesh,int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ny,int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PolygonalMesh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VertexHandle</a:t>
            </a:r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FindVertex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 &amp;</a:t>
            </a:r>
            <a:r>
              <a:rPr lang="en-US" sz="1100" dirty="0" err="1">
                <a:latin typeface="Consolas" panose="020B0609020204030204" pitchFamily="49" charset="0"/>
              </a:rPr>
              <a:t>min,const</a:t>
            </a:r>
            <a:r>
              <a:rPr lang="en-US" sz="1100" dirty="0">
                <a:latin typeface="Consolas" panose="020B0609020204030204" pitchFamily="49" charset="0"/>
              </a:rPr>
              <a:t> YsVec3 &amp;max)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endif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646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Verifying the Lattice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the Picking example so that it prints vertices within the tolerance from the picked vertex.</a:t>
            </a:r>
          </a:p>
          <a:p>
            <a:r>
              <a:rPr lang="en-US" dirty="0" smtClean="0"/>
              <a:t>In Initialize, after loading a bin </a:t>
            </a:r>
            <a:r>
              <a:rPr lang="en-US" dirty="0" err="1" smtClean="0"/>
              <a:t>stl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smtClean="0">
                <a:latin typeface="Consolas" panose="020B0609020204030204" pitchFamily="49" charset="0"/>
              </a:rPr>
              <a:t>        </a:t>
            </a:r>
            <a:r>
              <a:rPr lang="en-US" sz="1800" dirty="0" err="1" smtClean="0">
                <a:latin typeface="Consolas" panose="020B0609020204030204" pitchFamily="49" charset="0"/>
              </a:rPr>
              <a:t>ltc.SetDomain</a:t>
            </a:r>
            <a:r>
              <a:rPr lang="en-US" sz="1800" dirty="0" smtClean="0">
                <a:latin typeface="Consolas" panose="020B0609020204030204" pitchFamily="49" charset="0"/>
              </a:rPr>
              <a:t>(mesh,100,100,100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r>
              <a:rPr lang="en-US" dirty="0" smtClean="0"/>
              <a:t>In Interval, after getting a </a:t>
            </a:r>
            <a:r>
              <a:rPr lang="en-US" dirty="0" err="1" smtClean="0"/>
              <a:t>pickedVtHd</a:t>
            </a:r>
            <a:r>
              <a:rPr lang="en-US" dirty="0"/>
              <a:t>,</a:t>
            </a:r>
            <a:br>
              <a:rPr lang="en-US" dirty="0"/>
            </a:br>
            <a:r>
              <a:rPr lang="en-US" sz="1800" dirty="0" smtClean="0">
                <a:latin typeface="Consolas" panose="020B0609020204030204" pitchFamily="49" charset="0"/>
              </a:rPr>
              <a:t>            </a:t>
            </a:r>
            <a:r>
              <a:rPr lang="en-US" sz="1800" dirty="0" err="1" smtClean="0">
                <a:latin typeface="Consolas" panose="020B0609020204030204" pitchFamily="49" charset="0"/>
              </a:rPr>
              <a:t>const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double </a:t>
            </a:r>
            <a:r>
              <a:rPr lang="en-US" sz="1800" dirty="0" err="1">
                <a:latin typeface="Consolas" panose="020B0609020204030204" pitchFamily="49" charset="0"/>
              </a:rPr>
              <a:t>tol</a:t>
            </a:r>
            <a:r>
              <a:rPr lang="en-US" sz="1800" dirty="0">
                <a:latin typeface="Consolas" panose="020B0609020204030204" pitchFamily="49" charset="0"/>
              </a:rPr>
              <a:t>=0.000001</a:t>
            </a:r>
            <a:r>
              <a:rPr lang="en-US" sz="1800" dirty="0" smtClean="0">
                <a:latin typeface="Consolas" panose="020B0609020204030204" pitchFamily="49" charset="0"/>
              </a:rPr>
              <a:t>;</a:t>
            </a:r>
            <a:br>
              <a:rPr lang="en-US" sz="1800" dirty="0" smtClean="0">
                <a:latin typeface="Consolas" panose="020B0609020204030204" pitchFamily="49" charset="0"/>
              </a:rPr>
            </a:br>
            <a:r>
              <a:rPr lang="en-US" sz="1800" dirty="0" smtClean="0">
                <a:latin typeface="Consolas" panose="020B0609020204030204" pitchFamily="49" charset="0"/>
              </a:rPr>
              <a:t>            YsVec3 </a:t>
            </a:r>
            <a:r>
              <a:rPr lang="en-US" sz="1800" dirty="0" err="1">
                <a:latin typeface="Consolas" panose="020B0609020204030204" pitchFamily="49" charset="0"/>
              </a:rPr>
              <a:t>min,max</a:t>
            </a:r>
            <a:r>
              <a:rPr lang="en-US" sz="1800" dirty="0" smtClean="0">
                <a:latin typeface="Consolas" panose="020B0609020204030204" pitchFamily="49" charset="0"/>
              </a:rPr>
              <a:t>;</a:t>
            </a:r>
            <a:br>
              <a:rPr lang="en-US" sz="1800" dirty="0" smtClean="0">
                <a:latin typeface="Consolas" panose="020B0609020204030204" pitchFamily="49" charset="0"/>
              </a:rPr>
            </a:br>
            <a:r>
              <a:rPr lang="en-US" sz="1800" dirty="0" smtClean="0">
                <a:latin typeface="Consolas" panose="020B0609020204030204" pitchFamily="49" charset="0"/>
              </a:rPr>
              <a:t>            min=</a:t>
            </a:r>
            <a:r>
              <a:rPr lang="en-US" sz="1800" dirty="0" err="1" smtClean="0">
                <a:latin typeface="Consolas" panose="020B0609020204030204" pitchFamily="49" charset="0"/>
              </a:rPr>
              <a:t>mesh.GetVertexPosition</a:t>
            </a:r>
            <a:r>
              <a:rPr lang="en-US" sz="1800" dirty="0" smtClean="0">
                <a:latin typeface="Consolas" panose="020B0609020204030204" pitchFamily="49" charset="0"/>
              </a:rPr>
              <a:t>(</a:t>
            </a:r>
            <a:r>
              <a:rPr lang="en-US" sz="1800" dirty="0" err="1" smtClean="0">
                <a:latin typeface="Consolas" panose="020B0609020204030204" pitchFamily="49" charset="0"/>
              </a:rPr>
              <a:t>pickedVtHd</a:t>
            </a:r>
            <a:r>
              <a:rPr lang="en-US" sz="1800" dirty="0" smtClean="0">
                <a:latin typeface="Consolas" panose="020B0609020204030204" pitchFamily="49" charset="0"/>
              </a:rPr>
              <a:t>);</a:t>
            </a:r>
            <a:br>
              <a:rPr lang="en-US" sz="1800" dirty="0" smtClean="0">
                <a:latin typeface="Consolas" panose="020B0609020204030204" pitchFamily="49" charset="0"/>
              </a:rPr>
            </a:br>
            <a:r>
              <a:rPr lang="en-US" sz="1800" dirty="0" smtClean="0">
                <a:latin typeface="Consolas" panose="020B0609020204030204" pitchFamily="49" charset="0"/>
              </a:rPr>
              <a:t>            max=min;</a:t>
            </a:r>
            <a:br>
              <a:rPr lang="en-US" sz="1800" dirty="0" smtClean="0">
                <a:latin typeface="Consolas" panose="020B0609020204030204" pitchFamily="49" charset="0"/>
              </a:rPr>
            </a:br>
            <a:r>
              <a:rPr lang="en-US" sz="1800" dirty="0" smtClean="0">
                <a:latin typeface="Consolas" panose="020B0609020204030204" pitchFamily="49" charset="0"/>
              </a:rPr>
              <a:t>            min-</a:t>
            </a:r>
            <a:r>
              <a:rPr lang="en-US" sz="1800" dirty="0">
                <a:latin typeface="Consolas" panose="020B0609020204030204" pitchFamily="49" charset="0"/>
              </a:rPr>
              <a:t>=YsVec3(</a:t>
            </a:r>
            <a:r>
              <a:rPr lang="en-US" sz="1800" dirty="0" err="1">
                <a:latin typeface="Consolas" panose="020B0609020204030204" pitchFamily="49" charset="0"/>
              </a:rPr>
              <a:t>tol,tol,tol</a:t>
            </a:r>
            <a:r>
              <a:rPr lang="en-US" sz="1800" dirty="0" smtClean="0">
                <a:latin typeface="Consolas" panose="020B0609020204030204" pitchFamily="49" charset="0"/>
              </a:rPr>
              <a:t>);</a:t>
            </a:r>
            <a:br>
              <a:rPr lang="en-US" sz="1800" dirty="0" smtClean="0">
                <a:latin typeface="Consolas" panose="020B0609020204030204" pitchFamily="49" charset="0"/>
              </a:rPr>
            </a:br>
            <a:r>
              <a:rPr lang="en-US" sz="1800" dirty="0" smtClean="0">
                <a:latin typeface="Consolas" panose="020B0609020204030204" pitchFamily="49" charset="0"/>
              </a:rPr>
              <a:t>            max</a:t>
            </a:r>
            <a:r>
              <a:rPr lang="en-US" sz="1800" dirty="0">
                <a:latin typeface="Consolas" panose="020B0609020204030204" pitchFamily="49" charset="0"/>
              </a:rPr>
              <a:t>+=YsVec3(</a:t>
            </a:r>
            <a:r>
              <a:rPr lang="en-US" sz="1800" dirty="0" err="1">
                <a:latin typeface="Consolas" panose="020B0609020204030204" pitchFamily="49" charset="0"/>
              </a:rPr>
              <a:t>tol,tol,tol</a:t>
            </a:r>
            <a:r>
              <a:rPr lang="en-US" sz="1800" dirty="0" smtClean="0">
                <a:latin typeface="Consolas" panose="020B0609020204030204" pitchFamily="49" charset="0"/>
              </a:rPr>
              <a:t>);</a:t>
            </a:r>
            <a:br>
              <a:rPr lang="en-US" sz="1800" dirty="0" smtClean="0">
                <a:latin typeface="Consolas" panose="020B0609020204030204" pitchFamily="49" charset="0"/>
              </a:rPr>
            </a:br>
            <a:r>
              <a:rPr lang="en-US" sz="1800" dirty="0" smtClean="0">
                <a:latin typeface="Consolas" panose="020B0609020204030204" pitchFamily="49" charset="0"/>
              </a:rPr>
              <a:t>            auto </a:t>
            </a:r>
            <a:r>
              <a:rPr lang="en-US" sz="1800" dirty="0">
                <a:latin typeface="Consolas" panose="020B0609020204030204" pitchFamily="49" charset="0"/>
              </a:rPr>
              <a:t>found=</a:t>
            </a:r>
            <a:r>
              <a:rPr lang="en-US" sz="1800" dirty="0" err="1">
                <a:latin typeface="Consolas" panose="020B0609020204030204" pitchFamily="49" charset="0"/>
              </a:rPr>
              <a:t>ltc.FindVertex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min,max</a:t>
            </a:r>
            <a:r>
              <a:rPr lang="en-US" sz="1800" dirty="0" smtClean="0">
                <a:latin typeface="Consolas" panose="020B0609020204030204" pitchFamily="49" charset="0"/>
              </a:rPr>
              <a:t>);</a:t>
            </a:r>
            <a:br>
              <a:rPr lang="en-US" sz="1800" dirty="0" smtClean="0">
                <a:latin typeface="Consolas" panose="020B0609020204030204" pitchFamily="49" charset="0"/>
              </a:rPr>
            </a:br>
            <a:r>
              <a:rPr lang="en-US" sz="1800" dirty="0" smtClean="0">
                <a:latin typeface="Consolas" panose="020B0609020204030204" pitchFamily="49" charset="0"/>
              </a:rPr>
              <a:t>            </a:t>
            </a:r>
            <a:r>
              <a:rPr lang="en-US" sz="1800" dirty="0" err="1" smtClean="0">
                <a:latin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</a:rPr>
              <a:t>("%d vertices found\n",(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  <a:r>
              <a:rPr lang="en-US" sz="1800" dirty="0" err="1">
                <a:latin typeface="Consolas" panose="020B0609020204030204" pitchFamily="49" charset="0"/>
              </a:rPr>
              <a:t>found.size</a:t>
            </a:r>
            <a:r>
              <a:rPr lang="en-US" sz="1800" dirty="0">
                <a:latin typeface="Consolas" panose="020B0609020204030204" pitchFamily="49" charset="0"/>
              </a:rPr>
              <a:t>());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34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</a:t>
            </a:r>
            <a:r>
              <a:rPr lang="en-US" dirty="0" err="1" smtClean="0"/>
              <a:t>LoadBinStl</a:t>
            </a:r>
            <a:r>
              <a:rPr lang="en-US" dirty="0" smtClean="0"/>
              <a:t> so that it stitches the vertices.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function called </a:t>
            </a:r>
            <a:r>
              <a:rPr lang="en-US" dirty="0" err="1" smtClean="0"/>
              <a:t>SetPolygonVertex</a:t>
            </a:r>
            <a:endParaRPr lang="en-US" dirty="0" smtClean="0"/>
          </a:p>
          <a:p>
            <a:r>
              <a:rPr lang="en-US" dirty="0" smtClean="0"/>
              <a:t>In this function, table </a:t>
            </a:r>
            <a:r>
              <a:rPr lang="en-US" dirty="0" err="1" smtClean="0"/>
              <a:t>vtKeyToPlg</a:t>
            </a:r>
            <a:r>
              <a:rPr lang="en-US" dirty="0" smtClean="0"/>
              <a:t> must also be updated.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Then, add </a:t>
            </a:r>
            <a:r>
              <a:rPr lang="en-US" dirty="0" err="1" smtClean="0"/>
              <a:t>MergeVertex</a:t>
            </a:r>
            <a:r>
              <a:rPr lang="en-US" dirty="0" smtClean="0"/>
              <a:t> function and call from the end of </a:t>
            </a:r>
            <a:r>
              <a:rPr lang="en-US" dirty="0" err="1" smtClean="0"/>
              <a:t>LoadBinStl</a:t>
            </a:r>
            <a:r>
              <a:rPr lang="en-US" dirty="0" smtClean="0"/>
              <a:t>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6950"/>
            <a:ext cx="783099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bool </a:t>
            </a:r>
            <a:r>
              <a:rPr lang="en-US" sz="1200" dirty="0" err="1">
                <a:latin typeface="Consolas" panose="020B0609020204030204" pitchFamily="49" charset="0"/>
              </a:rPr>
              <a:t>SetPolygonVertex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PolygonHandle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plHd,const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std</a:t>
            </a:r>
            <a:r>
              <a:rPr lang="en-US" sz="1200" dirty="0">
                <a:latin typeface="Consolas" panose="020B0609020204030204" pitchFamily="49" charset="0"/>
              </a:rPr>
              <a:t>::vector &lt;</a:t>
            </a:r>
            <a:r>
              <a:rPr lang="en-US" sz="1200" dirty="0" err="1">
                <a:latin typeface="Consolas" panose="020B0609020204030204" pitchFamily="49" charset="0"/>
              </a:rPr>
              <a:t>VertexHandle</a:t>
            </a:r>
            <a:r>
              <a:rPr lang="en-US" sz="1200" dirty="0">
                <a:latin typeface="Consolas" panose="020B0609020204030204" pitchFamily="49" charset="0"/>
              </a:rPr>
              <a:t>&gt; &amp;</a:t>
            </a:r>
            <a:r>
              <a:rPr lang="en-US" sz="1200" dirty="0" err="1">
                <a:latin typeface="Consolas" panose="020B0609020204030204" pitchFamily="49" charset="0"/>
              </a:rPr>
              <a:t>newPlVtHd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void </a:t>
            </a:r>
            <a:r>
              <a:rPr lang="en-US" sz="1200" dirty="0" err="1">
                <a:latin typeface="Consolas" panose="020B0609020204030204" pitchFamily="49" charset="0"/>
              </a:rPr>
              <a:t>UnregisterPolygon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PolygonHandle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plHd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void </a:t>
            </a:r>
            <a:r>
              <a:rPr lang="en-US" sz="1200" dirty="0" err="1">
                <a:latin typeface="Consolas" panose="020B0609020204030204" pitchFamily="49" charset="0"/>
              </a:rPr>
              <a:t>UnregisterPolygonFromVertex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PolygonHandle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plHd,VertexHandle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vtHd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void </a:t>
            </a:r>
            <a:r>
              <a:rPr lang="en-US" sz="1200" dirty="0" err="1">
                <a:latin typeface="Consolas" panose="020B0609020204030204" pitchFamily="49" charset="0"/>
              </a:rPr>
              <a:t>RegisterPolygon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PolygonHandle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plHd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52550" y="5054600"/>
            <a:ext cx="5795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latin typeface="Consolas" panose="020B0609020204030204" pitchFamily="49" charset="0"/>
              </a:rPr>
              <a:t>PolygonalMesh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MergeVeretx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 double </a:t>
            </a:r>
            <a:r>
              <a:rPr lang="en-US" sz="1600" dirty="0" err="1">
                <a:latin typeface="Consolas" panose="020B0609020204030204" pitchFamily="49" charset="0"/>
              </a:rPr>
              <a:t>tol</a:t>
            </a:r>
            <a:r>
              <a:rPr lang="en-US" sz="1600" dirty="0" smtClean="0">
                <a:latin typeface="Consolas" panose="020B0609020204030204" pitchFamily="49" charset="0"/>
              </a:rPr>
              <a:t>);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662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</a:t>
            </a:r>
            <a:r>
              <a:rPr lang="en-US" dirty="0" err="1" smtClean="0"/>
              <a:t>DeleteVertex</a:t>
            </a:r>
            <a:r>
              <a:rPr lang="en-US" dirty="0" smtClean="0"/>
              <a:t> function and delete all unused vertices.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410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can you register polygons in a lattice?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41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87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559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131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703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27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1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87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559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131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703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27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41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987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3559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8131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2703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727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1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87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3559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8131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703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727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41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87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559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131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703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727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41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987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559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8131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2703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727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1847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6419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1847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419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1847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6419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1847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6419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1847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6419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1847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6419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41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8987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3559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8131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2703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727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41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987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3559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8131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703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727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847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6419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1847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6419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54864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9436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400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8580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7315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5486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943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4008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8580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7315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4864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9436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4008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68580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7315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54864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9436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4008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68580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7315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7772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8229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7724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8229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8229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77724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82296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7772400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8229600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5486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5943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68580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7315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5943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6400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68580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7315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7772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8229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772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8229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ight Arrow 131"/>
          <p:cNvSpPr/>
          <p:nvPr/>
        </p:nvSpPr>
        <p:spPr>
          <a:xfrm>
            <a:off x="4267200" y="4114800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 139"/>
          <p:cNvSpPr/>
          <p:nvPr/>
        </p:nvSpPr>
        <p:spPr>
          <a:xfrm>
            <a:off x="1047750" y="3194050"/>
            <a:ext cx="692150" cy="622300"/>
          </a:xfrm>
          <a:custGeom>
            <a:avLst/>
            <a:gdLst>
              <a:gd name="connsiteX0" fmla="*/ 615950 w 692150"/>
              <a:gd name="connsiteY0" fmla="*/ 0 h 622300"/>
              <a:gd name="connsiteX1" fmla="*/ 0 w 692150"/>
              <a:gd name="connsiteY1" fmla="*/ 622300 h 622300"/>
              <a:gd name="connsiteX2" fmla="*/ 692150 w 692150"/>
              <a:gd name="connsiteY2" fmla="*/ 488950 h 622300"/>
              <a:gd name="connsiteX3" fmla="*/ 615950 w 692150"/>
              <a:gd name="connsiteY3" fmla="*/ 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150" h="622300">
                <a:moveTo>
                  <a:pt x="615950" y="0"/>
                </a:moveTo>
                <a:lnTo>
                  <a:pt x="0" y="622300"/>
                </a:lnTo>
                <a:lnTo>
                  <a:pt x="692150" y="488950"/>
                </a:lnTo>
                <a:lnTo>
                  <a:pt x="61595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 140"/>
          <p:cNvSpPr/>
          <p:nvPr/>
        </p:nvSpPr>
        <p:spPr>
          <a:xfrm>
            <a:off x="2406650" y="3155950"/>
            <a:ext cx="1136650" cy="1111250"/>
          </a:xfrm>
          <a:custGeom>
            <a:avLst/>
            <a:gdLst>
              <a:gd name="connsiteX0" fmla="*/ 565150 w 1136650"/>
              <a:gd name="connsiteY0" fmla="*/ 0 h 1111250"/>
              <a:gd name="connsiteX1" fmla="*/ 0 w 1136650"/>
              <a:gd name="connsiteY1" fmla="*/ 1111250 h 1111250"/>
              <a:gd name="connsiteX2" fmla="*/ 1136650 w 1136650"/>
              <a:gd name="connsiteY2" fmla="*/ 1047750 h 1111250"/>
              <a:gd name="connsiteX3" fmla="*/ 565150 w 1136650"/>
              <a:gd name="connsiteY3" fmla="*/ 0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6650" h="1111250">
                <a:moveTo>
                  <a:pt x="565150" y="0"/>
                </a:moveTo>
                <a:lnTo>
                  <a:pt x="0" y="1111250"/>
                </a:lnTo>
                <a:lnTo>
                  <a:pt x="1136650" y="1047750"/>
                </a:lnTo>
                <a:lnTo>
                  <a:pt x="565150" y="0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41"/>
          <p:cNvSpPr/>
          <p:nvPr/>
        </p:nvSpPr>
        <p:spPr>
          <a:xfrm>
            <a:off x="1168400" y="4476750"/>
            <a:ext cx="2730500" cy="704850"/>
          </a:xfrm>
          <a:custGeom>
            <a:avLst/>
            <a:gdLst>
              <a:gd name="connsiteX0" fmla="*/ 0 w 2730500"/>
              <a:gd name="connsiteY0" fmla="*/ 0 h 704850"/>
              <a:gd name="connsiteX1" fmla="*/ 2730500 w 2730500"/>
              <a:gd name="connsiteY1" fmla="*/ 571500 h 704850"/>
              <a:gd name="connsiteX2" fmla="*/ 2584450 w 2730500"/>
              <a:gd name="connsiteY2" fmla="*/ 704850 h 704850"/>
              <a:gd name="connsiteX3" fmla="*/ 0 w 2730500"/>
              <a:gd name="connsiteY3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500" h="704850">
                <a:moveTo>
                  <a:pt x="0" y="0"/>
                </a:moveTo>
                <a:lnTo>
                  <a:pt x="2730500" y="571500"/>
                </a:lnTo>
                <a:lnTo>
                  <a:pt x="258445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8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can you register polygons in a lattice?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would be the best if you calculate only intersecting blocks.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1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87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559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131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703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27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1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87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559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131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703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27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41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987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3559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8131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2703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727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1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87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3559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8131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703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727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41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87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559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131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703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727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41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987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559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8131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2703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727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1847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6419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1847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419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1847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6419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1847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6419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1847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6419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1847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6419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41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8987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3559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8131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2703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727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41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987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3559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8131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703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727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847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6419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1847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6419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5486400" y="3429712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943600" y="3429712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400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858000" y="34297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7315200" y="34297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5486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943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4008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8580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73152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4864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9436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4008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68580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7315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54864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9436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4008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68580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73152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7772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8229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7724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8229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8229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77724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82296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7772400" y="48006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8229600" y="48006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5486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5943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68580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7315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5943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6400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68580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7315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7772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8229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772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8229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ight Arrow 131"/>
          <p:cNvSpPr/>
          <p:nvPr/>
        </p:nvSpPr>
        <p:spPr>
          <a:xfrm>
            <a:off x="4267200" y="4114800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 139"/>
          <p:cNvSpPr/>
          <p:nvPr/>
        </p:nvSpPr>
        <p:spPr>
          <a:xfrm>
            <a:off x="1047750" y="3194050"/>
            <a:ext cx="692150" cy="622300"/>
          </a:xfrm>
          <a:custGeom>
            <a:avLst/>
            <a:gdLst>
              <a:gd name="connsiteX0" fmla="*/ 615950 w 692150"/>
              <a:gd name="connsiteY0" fmla="*/ 0 h 622300"/>
              <a:gd name="connsiteX1" fmla="*/ 0 w 692150"/>
              <a:gd name="connsiteY1" fmla="*/ 622300 h 622300"/>
              <a:gd name="connsiteX2" fmla="*/ 692150 w 692150"/>
              <a:gd name="connsiteY2" fmla="*/ 488950 h 622300"/>
              <a:gd name="connsiteX3" fmla="*/ 615950 w 692150"/>
              <a:gd name="connsiteY3" fmla="*/ 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150" h="622300">
                <a:moveTo>
                  <a:pt x="615950" y="0"/>
                </a:moveTo>
                <a:lnTo>
                  <a:pt x="0" y="622300"/>
                </a:lnTo>
                <a:lnTo>
                  <a:pt x="692150" y="488950"/>
                </a:lnTo>
                <a:lnTo>
                  <a:pt x="61595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 140"/>
          <p:cNvSpPr/>
          <p:nvPr/>
        </p:nvSpPr>
        <p:spPr>
          <a:xfrm>
            <a:off x="2406650" y="3155950"/>
            <a:ext cx="1136650" cy="1111250"/>
          </a:xfrm>
          <a:custGeom>
            <a:avLst/>
            <a:gdLst>
              <a:gd name="connsiteX0" fmla="*/ 565150 w 1136650"/>
              <a:gd name="connsiteY0" fmla="*/ 0 h 1111250"/>
              <a:gd name="connsiteX1" fmla="*/ 0 w 1136650"/>
              <a:gd name="connsiteY1" fmla="*/ 1111250 h 1111250"/>
              <a:gd name="connsiteX2" fmla="*/ 1136650 w 1136650"/>
              <a:gd name="connsiteY2" fmla="*/ 1047750 h 1111250"/>
              <a:gd name="connsiteX3" fmla="*/ 565150 w 1136650"/>
              <a:gd name="connsiteY3" fmla="*/ 0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6650" h="1111250">
                <a:moveTo>
                  <a:pt x="565150" y="0"/>
                </a:moveTo>
                <a:lnTo>
                  <a:pt x="0" y="1111250"/>
                </a:lnTo>
                <a:lnTo>
                  <a:pt x="1136650" y="1047750"/>
                </a:lnTo>
                <a:lnTo>
                  <a:pt x="565150" y="0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41"/>
          <p:cNvSpPr/>
          <p:nvPr/>
        </p:nvSpPr>
        <p:spPr>
          <a:xfrm>
            <a:off x="1168400" y="4476750"/>
            <a:ext cx="2730500" cy="704850"/>
          </a:xfrm>
          <a:custGeom>
            <a:avLst/>
            <a:gdLst>
              <a:gd name="connsiteX0" fmla="*/ 0 w 2730500"/>
              <a:gd name="connsiteY0" fmla="*/ 0 h 704850"/>
              <a:gd name="connsiteX1" fmla="*/ 2730500 w 2730500"/>
              <a:gd name="connsiteY1" fmla="*/ 571500 h 704850"/>
              <a:gd name="connsiteX2" fmla="*/ 2584450 w 2730500"/>
              <a:gd name="connsiteY2" fmla="*/ 704850 h 704850"/>
              <a:gd name="connsiteX3" fmla="*/ 0 w 2730500"/>
              <a:gd name="connsiteY3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500" h="704850">
                <a:moveTo>
                  <a:pt x="0" y="0"/>
                </a:moveTo>
                <a:lnTo>
                  <a:pt x="2730500" y="571500"/>
                </a:lnTo>
                <a:lnTo>
                  <a:pt x="258445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37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can you register polygons in a lattice?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Registering polygons with its bounding box can be good enough as long as the polygons are somewhat uniform.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1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87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559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131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703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27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1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87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559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131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703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27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41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987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3559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8131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2703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727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1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87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3559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8131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703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727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41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87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559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131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703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727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41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987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559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8131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2703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727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1847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6419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1847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419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1847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6419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1847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6419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1847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6419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1847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6419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41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8987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3559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8131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2703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727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41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987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3559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8131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703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727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847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6419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1847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6419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5486400" y="3429712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943600" y="3429712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400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858000" y="34297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7315200" y="34297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5486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943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4008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8580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73152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4864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9436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4008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68580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73152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54864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9436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4008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68580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73152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7772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8229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772400" y="2971088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8229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8229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7772400" y="43434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8229600" y="43434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7772400" y="48006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8229600" y="48006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5486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5943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68580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7315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5943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6400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68580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7315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7772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8229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772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8229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ight Arrow 131"/>
          <p:cNvSpPr/>
          <p:nvPr/>
        </p:nvSpPr>
        <p:spPr>
          <a:xfrm>
            <a:off x="4267200" y="4114800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 139"/>
          <p:cNvSpPr/>
          <p:nvPr/>
        </p:nvSpPr>
        <p:spPr>
          <a:xfrm>
            <a:off x="1047750" y="3194050"/>
            <a:ext cx="692150" cy="622300"/>
          </a:xfrm>
          <a:custGeom>
            <a:avLst/>
            <a:gdLst>
              <a:gd name="connsiteX0" fmla="*/ 615950 w 692150"/>
              <a:gd name="connsiteY0" fmla="*/ 0 h 622300"/>
              <a:gd name="connsiteX1" fmla="*/ 0 w 692150"/>
              <a:gd name="connsiteY1" fmla="*/ 622300 h 622300"/>
              <a:gd name="connsiteX2" fmla="*/ 692150 w 692150"/>
              <a:gd name="connsiteY2" fmla="*/ 488950 h 622300"/>
              <a:gd name="connsiteX3" fmla="*/ 615950 w 692150"/>
              <a:gd name="connsiteY3" fmla="*/ 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150" h="622300">
                <a:moveTo>
                  <a:pt x="615950" y="0"/>
                </a:moveTo>
                <a:lnTo>
                  <a:pt x="0" y="622300"/>
                </a:lnTo>
                <a:lnTo>
                  <a:pt x="692150" y="488950"/>
                </a:lnTo>
                <a:lnTo>
                  <a:pt x="61595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 140"/>
          <p:cNvSpPr/>
          <p:nvPr/>
        </p:nvSpPr>
        <p:spPr>
          <a:xfrm>
            <a:off x="2406650" y="3155950"/>
            <a:ext cx="1136650" cy="1111250"/>
          </a:xfrm>
          <a:custGeom>
            <a:avLst/>
            <a:gdLst>
              <a:gd name="connsiteX0" fmla="*/ 565150 w 1136650"/>
              <a:gd name="connsiteY0" fmla="*/ 0 h 1111250"/>
              <a:gd name="connsiteX1" fmla="*/ 0 w 1136650"/>
              <a:gd name="connsiteY1" fmla="*/ 1111250 h 1111250"/>
              <a:gd name="connsiteX2" fmla="*/ 1136650 w 1136650"/>
              <a:gd name="connsiteY2" fmla="*/ 1047750 h 1111250"/>
              <a:gd name="connsiteX3" fmla="*/ 565150 w 1136650"/>
              <a:gd name="connsiteY3" fmla="*/ 0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6650" h="1111250">
                <a:moveTo>
                  <a:pt x="565150" y="0"/>
                </a:moveTo>
                <a:lnTo>
                  <a:pt x="0" y="1111250"/>
                </a:lnTo>
                <a:lnTo>
                  <a:pt x="1136650" y="1047750"/>
                </a:lnTo>
                <a:lnTo>
                  <a:pt x="565150" y="0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41"/>
          <p:cNvSpPr/>
          <p:nvPr/>
        </p:nvSpPr>
        <p:spPr>
          <a:xfrm>
            <a:off x="1168400" y="4476750"/>
            <a:ext cx="2730500" cy="704850"/>
          </a:xfrm>
          <a:custGeom>
            <a:avLst/>
            <a:gdLst>
              <a:gd name="connsiteX0" fmla="*/ 0 w 2730500"/>
              <a:gd name="connsiteY0" fmla="*/ 0 h 704850"/>
              <a:gd name="connsiteX1" fmla="*/ 2730500 w 2730500"/>
              <a:gd name="connsiteY1" fmla="*/ 571500 h 704850"/>
              <a:gd name="connsiteX2" fmla="*/ 2584450 w 2730500"/>
              <a:gd name="connsiteY2" fmla="*/ 704850 h 704850"/>
              <a:gd name="connsiteX3" fmla="*/ 0 w 2730500"/>
              <a:gd name="connsiteY3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500" h="704850">
                <a:moveTo>
                  <a:pt x="0" y="0"/>
                </a:moveTo>
                <a:lnTo>
                  <a:pt x="2730500" y="571500"/>
                </a:lnTo>
                <a:lnTo>
                  <a:pt x="258445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25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Connected Vertices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vertex-to-polygon table, we want to find connected vertices.</a:t>
            </a:r>
          </a:p>
          <a:p>
            <a:r>
              <a:rPr lang="en-US" dirty="0" smtClean="0"/>
              <a:t>Add a </a:t>
            </a:r>
            <a:r>
              <a:rPr lang="en-US" dirty="0"/>
              <a:t>function called:</a:t>
            </a:r>
            <a:br>
              <a:rPr lang="en-US" dirty="0"/>
            </a:br>
            <a:r>
              <a:rPr lang="en-US" sz="1400" dirty="0" err="1" smtClean="0">
                <a:latin typeface="Consolas" panose="020B0609020204030204" pitchFamily="49" charset="0"/>
              </a:rPr>
              <a:t>std</a:t>
            </a:r>
            <a:r>
              <a:rPr lang="en-US" sz="1400" dirty="0">
                <a:latin typeface="Consolas" panose="020B0609020204030204" pitchFamily="49" charset="0"/>
              </a:rPr>
              <a:t>::vector &lt;</a:t>
            </a:r>
            <a:r>
              <a:rPr lang="en-US" sz="1400" dirty="0" err="1">
                <a:latin typeface="Consolas" panose="020B0609020204030204" pitchFamily="49" charset="0"/>
              </a:rPr>
              <a:t>VertexHandle</a:t>
            </a: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GetConnectedVertex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VertexHandle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fromVtHd</a:t>
            </a:r>
            <a:r>
              <a:rPr lang="en-US" sz="1400" dirty="0">
                <a:latin typeface="Consolas" panose="020B0609020204030204" pitchFamily="49" charset="0"/>
              </a:rPr>
              <a:t>) </a:t>
            </a:r>
            <a:r>
              <a:rPr lang="en-US" sz="1400" dirty="0" err="1"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636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polygons from an edge.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Want to find polygons from a pair of vertices</a:t>
            </a:r>
            <a:r>
              <a:rPr lang="en-US" dirty="0"/>
              <a:t>.</a:t>
            </a:r>
            <a:br>
              <a:rPr lang="en-US" dirty="0"/>
            </a:br>
            <a:r>
              <a:rPr lang="en-US" sz="1400" dirty="0" err="1">
                <a:latin typeface="Consolas" panose="020B0609020204030204" pitchFamily="49" charset="0"/>
              </a:rPr>
              <a:t>std</a:t>
            </a:r>
            <a:r>
              <a:rPr lang="en-US" sz="1400" dirty="0">
                <a:latin typeface="Consolas" panose="020B0609020204030204" pitchFamily="49" charset="0"/>
              </a:rPr>
              <a:t>::vector &lt;</a:t>
            </a:r>
            <a:r>
              <a:rPr lang="en-US" sz="1400" dirty="0" err="1">
                <a:latin typeface="Consolas" panose="020B0609020204030204" pitchFamily="49" charset="0"/>
              </a:rPr>
              <a:t>PolygonalMesh</a:t>
            </a:r>
            <a:r>
              <a:rPr lang="en-US" sz="1400" dirty="0">
                <a:latin typeface="Consolas" panose="020B0609020204030204" pitchFamily="49" charset="0"/>
              </a:rPr>
              <a:t>::</a:t>
            </a:r>
            <a:r>
              <a:rPr lang="en-US" sz="1400" dirty="0" err="1">
                <a:latin typeface="Consolas" panose="020B0609020204030204" pitchFamily="49" charset="0"/>
              </a:rPr>
              <a:t>PolygonHandle</a:t>
            </a: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smtClean="0">
                <a:latin typeface="Consolas" panose="020B0609020204030204" pitchFamily="49" charset="0"/>
              </a:rPr>
              <a:t/>
            </a:r>
            <a:br>
              <a:rPr lang="en-US" sz="1400" dirty="0" smtClean="0">
                <a:latin typeface="Consolas" panose="020B0609020204030204" pitchFamily="49" charset="0"/>
              </a:rPr>
            </a:br>
            <a:r>
              <a:rPr lang="en-US" sz="1400" dirty="0" smtClean="0">
                <a:latin typeface="Consolas" panose="020B0609020204030204" pitchFamily="49" charset="0"/>
              </a:rPr>
              <a:t>	</a:t>
            </a:r>
            <a:r>
              <a:rPr lang="en-US" sz="1400" dirty="0" err="1" smtClean="0">
                <a:latin typeface="Consolas" panose="020B0609020204030204" pitchFamily="49" charset="0"/>
              </a:rPr>
              <a:t>PolygonalMesh</a:t>
            </a:r>
            <a:r>
              <a:rPr lang="en-US" sz="1400" dirty="0">
                <a:latin typeface="Consolas" panose="020B0609020204030204" pitchFamily="49" charset="0"/>
              </a:rPr>
              <a:t>::</a:t>
            </a:r>
            <a:r>
              <a:rPr lang="en-US" sz="1400" dirty="0" err="1">
                <a:latin typeface="Consolas" panose="020B0609020204030204" pitchFamily="49" charset="0"/>
              </a:rPr>
              <a:t>FindPolygonFromEdgePiece</a:t>
            </a:r>
            <a:r>
              <a:rPr lang="en-US" sz="1400" dirty="0" smtClean="0">
                <a:latin typeface="Consolas" panose="020B0609020204030204" pitchFamily="49" charset="0"/>
              </a:rPr>
              <a:t>(</a:t>
            </a:r>
            <a:br>
              <a:rPr lang="en-US" sz="1400" dirty="0" smtClean="0">
                <a:latin typeface="Consolas" panose="020B0609020204030204" pitchFamily="49" charset="0"/>
              </a:rPr>
            </a:br>
            <a:r>
              <a:rPr lang="en-US" sz="1400" dirty="0" smtClean="0">
                <a:latin typeface="Consolas" panose="020B0609020204030204" pitchFamily="49" charset="0"/>
              </a:rPr>
              <a:t>		</a:t>
            </a:r>
            <a:r>
              <a:rPr lang="en-US" sz="1400" dirty="0" err="1" smtClean="0">
                <a:latin typeface="Consolas" panose="020B0609020204030204" pitchFamily="49" charset="0"/>
              </a:rPr>
              <a:t>VertexHandle</a:t>
            </a:r>
            <a:r>
              <a:rPr lang="en-US" sz="1400" dirty="0" smtClean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edVtHd0,VertexHandle edVtHd1) </a:t>
            </a:r>
            <a:r>
              <a:rPr lang="en-US" sz="1400" dirty="0" err="1">
                <a:latin typeface="Consolas" panose="020B0609020204030204" pitchFamily="49" charset="0"/>
              </a:rPr>
              <a:t>const</a:t>
            </a:r>
            <a:endParaRPr lang="en-US" sz="1400" dirty="0">
              <a:latin typeface="Consolas" panose="020B0609020204030204" pitchFamily="49" charset="0"/>
            </a:endParaRPr>
          </a:p>
          <a:p>
            <a:endParaRPr lang="en-US" smtClean="0"/>
          </a:p>
          <a:p>
            <a:r>
              <a:rPr lang="en-US" dirty="0" smtClean="0"/>
              <a:t>Also want to find a neighboring polygon of </a:t>
            </a:r>
            <a:r>
              <a:rPr lang="en-US" dirty="0"/>
              <a:t>a polygon.</a:t>
            </a:r>
            <a:br>
              <a:rPr lang="en-US" dirty="0"/>
            </a:br>
            <a:r>
              <a:rPr lang="en-US" sz="1600" dirty="0" err="1" smtClean="0">
                <a:latin typeface="Consolas" panose="020B0609020204030204" pitchFamily="49" charset="0"/>
              </a:rPr>
              <a:t>PolygonHandle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GetNeighborPolygon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PolygonHandle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plHd,int</a:t>
            </a:r>
            <a:r>
              <a:rPr lang="en-US" sz="1600" dirty="0">
                <a:latin typeface="Consolas" panose="020B0609020204030204" pitchFamily="49" charset="0"/>
              </a:rPr>
              <a:t> n) 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399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a connectivity graph (Dual)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Connectivity graph of dual: A graph constructed by connecting the centers of the neighboring elements.</a:t>
            </a:r>
          </a:p>
          <a:p>
            <a:r>
              <a:rPr lang="en-US" dirty="0" smtClean="0"/>
              <a:t>If the triangulation is a Delaunay triangulation, this is called a </a:t>
            </a:r>
            <a:r>
              <a:rPr lang="en-US" dirty="0" err="1" smtClean="0"/>
              <a:t>Voronoi</a:t>
            </a:r>
            <a:r>
              <a:rPr lang="en-US" dirty="0" smtClean="0"/>
              <a:t> diagram.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5534247" y="4223784"/>
            <a:ext cx="685800" cy="1143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534247" y="5366784"/>
            <a:ext cx="1676400" cy="457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220047" y="4223784"/>
            <a:ext cx="1219200" cy="457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7210647" y="4680984"/>
            <a:ext cx="228600" cy="1143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296247" y="4071384"/>
            <a:ext cx="1219200" cy="457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6296247" y="3309384"/>
            <a:ext cx="1219200" cy="762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515447" y="3309384"/>
            <a:ext cx="0" cy="1219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5305647" y="4119231"/>
            <a:ext cx="685800" cy="1143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543647" y="3995184"/>
            <a:ext cx="1447800" cy="124047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43647" y="3995184"/>
            <a:ext cx="762000" cy="1267047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7587217" y="4690731"/>
            <a:ext cx="1223630" cy="752253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7358617" y="5442984"/>
            <a:ext cx="1452230" cy="390747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358617" y="4690731"/>
            <a:ext cx="228600" cy="1143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505894" y="5519184"/>
            <a:ext cx="637953" cy="1219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505894" y="5519184"/>
            <a:ext cx="1676400" cy="457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143847" y="5976384"/>
            <a:ext cx="1038447" cy="762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991447" y="2928384"/>
            <a:ext cx="228600" cy="9906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6220047" y="3156984"/>
            <a:ext cx="1219200" cy="762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91447" y="2928384"/>
            <a:ext cx="1447800" cy="2286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467447" y="2928384"/>
            <a:ext cx="76200" cy="9144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67447" y="2928384"/>
            <a:ext cx="1357423" cy="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 flipV="1">
            <a:off x="4541875" y="3846328"/>
            <a:ext cx="1447800" cy="124047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824870" y="2928384"/>
            <a:ext cx="164805" cy="1041991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5191347" y="3319131"/>
            <a:ext cx="1333500" cy="96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6539023" y="3319131"/>
            <a:ext cx="529289" cy="649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189575" y="3423684"/>
            <a:ext cx="76200" cy="1104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265775" y="4528584"/>
            <a:ext cx="1344133" cy="5103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6616997" y="3964704"/>
            <a:ext cx="445681" cy="10700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616997" y="5034756"/>
            <a:ext cx="1293627" cy="227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6296247" y="5038938"/>
            <a:ext cx="313661" cy="1110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670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Starting from the picking example.</a:t>
            </a:r>
          </a:p>
          <a:p>
            <a:r>
              <a:rPr lang="en-US" dirty="0" smtClean="0"/>
              <a:t>D-key : Show dual</a:t>
            </a:r>
          </a:p>
          <a:p>
            <a:r>
              <a:rPr lang="en-US" dirty="0" smtClean="0"/>
              <a:t>N-key : Back to the normal view</a:t>
            </a:r>
          </a:p>
        </p:txBody>
      </p:sp>
    </p:spTree>
    <p:extLst>
      <p:ext uri="{BB962C8B-B14F-4D97-AF65-F5344CB8AC3E}">
        <p14:creationId xmlns:p14="http://schemas.microsoft.com/office/powerpoint/2010/main" val="4020938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Depth-first and breadth-first search in binary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Depth-first search</a:t>
            </a:r>
          </a:p>
          <a:p>
            <a:pPr lvl="1"/>
            <a:r>
              <a:rPr lang="en-US" dirty="0" smtClean="0"/>
              <a:t>Normal traversal of a binary tree.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Breadth-first search</a:t>
            </a:r>
          </a:p>
          <a:p>
            <a:pPr lvl="1"/>
            <a:r>
              <a:rPr lang="en-US" dirty="0" smtClean="0"/>
              <a:t>Visit higher-nodes first.</a:t>
            </a:r>
          </a:p>
          <a:p>
            <a:pPr lvl="1"/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7162800" y="10668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4" idx="3"/>
          </p:cNvCxnSpPr>
          <p:nvPr/>
        </p:nvCxnSpPr>
        <p:spPr>
          <a:xfrm flipH="1">
            <a:off x="6934200" y="1392004"/>
            <a:ext cx="284396" cy="360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695398" y="17145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5"/>
            <a:endCxn id="10" idx="1"/>
          </p:cNvCxnSpPr>
          <p:nvPr/>
        </p:nvCxnSpPr>
        <p:spPr>
          <a:xfrm>
            <a:off x="7488004" y="1392004"/>
            <a:ext cx="269534" cy="418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701742" y="17543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385922" y="2609691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949944" y="2609691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537212" y="260191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167428" y="2609691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7" idx="3"/>
            <a:endCxn id="12" idx="0"/>
          </p:cNvCxnSpPr>
          <p:nvPr/>
        </p:nvCxnSpPr>
        <p:spPr>
          <a:xfrm flipH="1">
            <a:off x="6576422" y="2039704"/>
            <a:ext cx="174772" cy="569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5"/>
            <a:endCxn id="13" idx="0"/>
          </p:cNvCxnSpPr>
          <p:nvPr/>
        </p:nvCxnSpPr>
        <p:spPr>
          <a:xfrm>
            <a:off x="7020602" y="2039704"/>
            <a:ext cx="119842" cy="569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3"/>
            <a:endCxn id="14" idx="0"/>
          </p:cNvCxnSpPr>
          <p:nvPr/>
        </p:nvCxnSpPr>
        <p:spPr>
          <a:xfrm flipH="1">
            <a:off x="7727712" y="2079504"/>
            <a:ext cx="29826" cy="52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5"/>
            <a:endCxn id="15" idx="0"/>
          </p:cNvCxnSpPr>
          <p:nvPr/>
        </p:nvCxnSpPr>
        <p:spPr>
          <a:xfrm>
            <a:off x="8026946" y="2079504"/>
            <a:ext cx="330982" cy="530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162800" y="416209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stCxn id="31" idx="3"/>
          </p:cNvCxnSpPr>
          <p:nvPr/>
        </p:nvCxnSpPr>
        <p:spPr>
          <a:xfrm flipH="1">
            <a:off x="6934200" y="4487298"/>
            <a:ext cx="284396" cy="360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695398" y="480979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31" idx="5"/>
            <a:endCxn id="35" idx="1"/>
          </p:cNvCxnSpPr>
          <p:nvPr/>
        </p:nvCxnSpPr>
        <p:spPr>
          <a:xfrm>
            <a:off x="7488004" y="4487298"/>
            <a:ext cx="269534" cy="418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701742" y="484959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85922" y="570498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949944" y="570498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537212" y="569720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167428" y="570498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3" idx="3"/>
            <a:endCxn id="36" idx="0"/>
          </p:cNvCxnSpPr>
          <p:nvPr/>
        </p:nvCxnSpPr>
        <p:spPr>
          <a:xfrm flipH="1">
            <a:off x="6576422" y="5134998"/>
            <a:ext cx="174772" cy="569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3" idx="5"/>
            <a:endCxn id="37" idx="0"/>
          </p:cNvCxnSpPr>
          <p:nvPr/>
        </p:nvCxnSpPr>
        <p:spPr>
          <a:xfrm>
            <a:off x="7020602" y="5134998"/>
            <a:ext cx="119842" cy="569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5" idx="3"/>
            <a:endCxn id="38" idx="0"/>
          </p:cNvCxnSpPr>
          <p:nvPr/>
        </p:nvCxnSpPr>
        <p:spPr>
          <a:xfrm flipH="1">
            <a:off x="7727712" y="5174798"/>
            <a:ext cx="29826" cy="52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5" idx="5"/>
            <a:endCxn id="39" idx="0"/>
          </p:cNvCxnSpPr>
          <p:nvPr/>
        </p:nvCxnSpPr>
        <p:spPr>
          <a:xfrm>
            <a:off x="8026946" y="5174798"/>
            <a:ext cx="330982" cy="530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6496260" y="1336812"/>
            <a:ext cx="1874656" cy="1581443"/>
          </a:xfrm>
          <a:custGeom>
            <a:avLst/>
            <a:gdLst>
              <a:gd name="connsiteX0" fmla="*/ 0 w 2103120"/>
              <a:gd name="connsiteY0" fmla="*/ 1398075 h 1581443"/>
              <a:gd name="connsiteX1" fmla="*/ 182880 w 2103120"/>
              <a:gd name="connsiteY1" fmla="*/ 907624 h 1581443"/>
              <a:gd name="connsiteX2" fmla="*/ 556953 w 2103120"/>
              <a:gd name="connsiteY2" fmla="*/ 608366 h 1581443"/>
              <a:gd name="connsiteX3" fmla="*/ 773084 w 2103120"/>
              <a:gd name="connsiteY3" fmla="*/ 1306635 h 1581443"/>
              <a:gd name="connsiteX4" fmla="*/ 955964 w 2103120"/>
              <a:gd name="connsiteY4" fmla="*/ 1447952 h 1581443"/>
              <a:gd name="connsiteX5" fmla="*/ 1088968 w 2103120"/>
              <a:gd name="connsiteY5" fmla="*/ 1198570 h 1581443"/>
              <a:gd name="connsiteX6" fmla="*/ 906088 w 2103120"/>
              <a:gd name="connsiteY6" fmla="*/ 400548 h 1581443"/>
              <a:gd name="connsiteX7" fmla="*/ 1047404 w 2103120"/>
              <a:gd name="connsiteY7" fmla="*/ 1537 h 1581443"/>
              <a:gd name="connsiteX8" fmla="*/ 1288473 w 2103120"/>
              <a:gd name="connsiteY8" fmla="*/ 533552 h 1581443"/>
              <a:gd name="connsiteX9" fmla="*/ 1338349 w 2103120"/>
              <a:gd name="connsiteY9" fmla="*/ 1414701 h 1581443"/>
              <a:gd name="connsiteX10" fmla="*/ 1512917 w 2103120"/>
              <a:gd name="connsiteY10" fmla="*/ 1514453 h 1581443"/>
              <a:gd name="connsiteX11" fmla="*/ 1604357 w 2103120"/>
              <a:gd name="connsiteY11" fmla="*/ 658243 h 1581443"/>
              <a:gd name="connsiteX12" fmla="*/ 1920240 w 2103120"/>
              <a:gd name="connsiteY12" fmla="*/ 600053 h 1581443"/>
              <a:gd name="connsiteX13" fmla="*/ 2103120 w 2103120"/>
              <a:gd name="connsiteY13" fmla="*/ 1406388 h 1581443"/>
              <a:gd name="connsiteX0" fmla="*/ 106895 w 1927382"/>
              <a:gd name="connsiteY0" fmla="*/ 1489515 h 1581443"/>
              <a:gd name="connsiteX1" fmla="*/ 7142 w 1927382"/>
              <a:gd name="connsiteY1" fmla="*/ 907624 h 1581443"/>
              <a:gd name="connsiteX2" fmla="*/ 381215 w 1927382"/>
              <a:gd name="connsiteY2" fmla="*/ 608366 h 1581443"/>
              <a:gd name="connsiteX3" fmla="*/ 597346 w 1927382"/>
              <a:gd name="connsiteY3" fmla="*/ 1306635 h 1581443"/>
              <a:gd name="connsiteX4" fmla="*/ 780226 w 1927382"/>
              <a:gd name="connsiteY4" fmla="*/ 1447952 h 1581443"/>
              <a:gd name="connsiteX5" fmla="*/ 913230 w 1927382"/>
              <a:gd name="connsiteY5" fmla="*/ 1198570 h 1581443"/>
              <a:gd name="connsiteX6" fmla="*/ 730350 w 1927382"/>
              <a:gd name="connsiteY6" fmla="*/ 400548 h 1581443"/>
              <a:gd name="connsiteX7" fmla="*/ 871666 w 1927382"/>
              <a:gd name="connsiteY7" fmla="*/ 1537 h 1581443"/>
              <a:gd name="connsiteX8" fmla="*/ 1112735 w 1927382"/>
              <a:gd name="connsiteY8" fmla="*/ 533552 h 1581443"/>
              <a:gd name="connsiteX9" fmla="*/ 1162611 w 1927382"/>
              <a:gd name="connsiteY9" fmla="*/ 1414701 h 1581443"/>
              <a:gd name="connsiteX10" fmla="*/ 1337179 w 1927382"/>
              <a:gd name="connsiteY10" fmla="*/ 1514453 h 1581443"/>
              <a:gd name="connsiteX11" fmla="*/ 1428619 w 1927382"/>
              <a:gd name="connsiteY11" fmla="*/ 658243 h 1581443"/>
              <a:gd name="connsiteX12" fmla="*/ 1744502 w 1927382"/>
              <a:gd name="connsiteY12" fmla="*/ 600053 h 1581443"/>
              <a:gd name="connsiteX13" fmla="*/ 1927382 w 1927382"/>
              <a:gd name="connsiteY13" fmla="*/ 1406388 h 1581443"/>
              <a:gd name="connsiteX0" fmla="*/ 112987 w 1933474"/>
              <a:gd name="connsiteY0" fmla="*/ 1489515 h 1581443"/>
              <a:gd name="connsiteX1" fmla="*/ 13234 w 1933474"/>
              <a:gd name="connsiteY1" fmla="*/ 907624 h 1581443"/>
              <a:gd name="connsiteX2" fmla="*/ 387307 w 1933474"/>
              <a:gd name="connsiteY2" fmla="*/ 608366 h 1581443"/>
              <a:gd name="connsiteX3" fmla="*/ 603438 w 1933474"/>
              <a:gd name="connsiteY3" fmla="*/ 1306635 h 1581443"/>
              <a:gd name="connsiteX4" fmla="*/ 786318 w 1933474"/>
              <a:gd name="connsiteY4" fmla="*/ 1447952 h 1581443"/>
              <a:gd name="connsiteX5" fmla="*/ 919322 w 1933474"/>
              <a:gd name="connsiteY5" fmla="*/ 1198570 h 1581443"/>
              <a:gd name="connsiteX6" fmla="*/ 736442 w 1933474"/>
              <a:gd name="connsiteY6" fmla="*/ 400548 h 1581443"/>
              <a:gd name="connsiteX7" fmla="*/ 877758 w 1933474"/>
              <a:gd name="connsiteY7" fmla="*/ 1537 h 1581443"/>
              <a:gd name="connsiteX8" fmla="*/ 1118827 w 1933474"/>
              <a:gd name="connsiteY8" fmla="*/ 533552 h 1581443"/>
              <a:gd name="connsiteX9" fmla="*/ 1168703 w 1933474"/>
              <a:gd name="connsiteY9" fmla="*/ 1414701 h 1581443"/>
              <a:gd name="connsiteX10" fmla="*/ 1343271 w 1933474"/>
              <a:gd name="connsiteY10" fmla="*/ 1514453 h 1581443"/>
              <a:gd name="connsiteX11" fmla="*/ 1434711 w 1933474"/>
              <a:gd name="connsiteY11" fmla="*/ 658243 h 1581443"/>
              <a:gd name="connsiteX12" fmla="*/ 1750594 w 1933474"/>
              <a:gd name="connsiteY12" fmla="*/ 600053 h 1581443"/>
              <a:gd name="connsiteX13" fmla="*/ 1933474 w 1933474"/>
              <a:gd name="connsiteY13" fmla="*/ 1406388 h 1581443"/>
              <a:gd name="connsiteX0" fmla="*/ 54169 w 1874656"/>
              <a:gd name="connsiteY0" fmla="*/ 1489515 h 1581443"/>
              <a:gd name="connsiteX1" fmla="*/ 29231 w 1874656"/>
              <a:gd name="connsiteY1" fmla="*/ 907624 h 1581443"/>
              <a:gd name="connsiteX2" fmla="*/ 328489 w 1874656"/>
              <a:gd name="connsiteY2" fmla="*/ 608366 h 1581443"/>
              <a:gd name="connsiteX3" fmla="*/ 544620 w 1874656"/>
              <a:gd name="connsiteY3" fmla="*/ 1306635 h 1581443"/>
              <a:gd name="connsiteX4" fmla="*/ 727500 w 1874656"/>
              <a:gd name="connsiteY4" fmla="*/ 1447952 h 1581443"/>
              <a:gd name="connsiteX5" fmla="*/ 860504 w 1874656"/>
              <a:gd name="connsiteY5" fmla="*/ 1198570 h 1581443"/>
              <a:gd name="connsiteX6" fmla="*/ 677624 w 1874656"/>
              <a:gd name="connsiteY6" fmla="*/ 400548 h 1581443"/>
              <a:gd name="connsiteX7" fmla="*/ 818940 w 1874656"/>
              <a:gd name="connsiteY7" fmla="*/ 1537 h 1581443"/>
              <a:gd name="connsiteX8" fmla="*/ 1060009 w 1874656"/>
              <a:gd name="connsiteY8" fmla="*/ 533552 h 1581443"/>
              <a:gd name="connsiteX9" fmla="*/ 1109885 w 1874656"/>
              <a:gd name="connsiteY9" fmla="*/ 1414701 h 1581443"/>
              <a:gd name="connsiteX10" fmla="*/ 1284453 w 1874656"/>
              <a:gd name="connsiteY10" fmla="*/ 1514453 h 1581443"/>
              <a:gd name="connsiteX11" fmla="*/ 1375893 w 1874656"/>
              <a:gd name="connsiteY11" fmla="*/ 658243 h 1581443"/>
              <a:gd name="connsiteX12" fmla="*/ 1691776 w 1874656"/>
              <a:gd name="connsiteY12" fmla="*/ 600053 h 1581443"/>
              <a:gd name="connsiteX13" fmla="*/ 1874656 w 1874656"/>
              <a:gd name="connsiteY13" fmla="*/ 1406388 h 1581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74656" h="1581443">
                <a:moveTo>
                  <a:pt x="54169" y="1489515"/>
                </a:moveTo>
                <a:cubicBezTo>
                  <a:pt x="-8870" y="1260222"/>
                  <a:pt x="-16489" y="1054482"/>
                  <a:pt x="29231" y="907624"/>
                </a:cubicBezTo>
                <a:cubicBezTo>
                  <a:pt x="74951" y="760766"/>
                  <a:pt x="242591" y="541864"/>
                  <a:pt x="328489" y="608366"/>
                </a:cubicBezTo>
                <a:cubicBezTo>
                  <a:pt x="414387" y="674868"/>
                  <a:pt x="478118" y="1166704"/>
                  <a:pt x="544620" y="1306635"/>
                </a:cubicBezTo>
                <a:cubicBezTo>
                  <a:pt x="611122" y="1446566"/>
                  <a:pt x="674853" y="1465963"/>
                  <a:pt x="727500" y="1447952"/>
                </a:cubicBezTo>
                <a:cubicBezTo>
                  <a:pt x="780147" y="1429941"/>
                  <a:pt x="868817" y="1373137"/>
                  <a:pt x="860504" y="1198570"/>
                </a:cubicBezTo>
                <a:cubicBezTo>
                  <a:pt x="852191" y="1024003"/>
                  <a:pt x="684551" y="600053"/>
                  <a:pt x="677624" y="400548"/>
                </a:cubicBezTo>
                <a:cubicBezTo>
                  <a:pt x="670697" y="201043"/>
                  <a:pt x="755209" y="-20630"/>
                  <a:pt x="818940" y="1537"/>
                </a:cubicBezTo>
                <a:cubicBezTo>
                  <a:pt x="882671" y="23704"/>
                  <a:pt x="1011518" y="298025"/>
                  <a:pt x="1060009" y="533552"/>
                </a:cubicBezTo>
                <a:cubicBezTo>
                  <a:pt x="1108500" y="769079"/>
                  <a:pt x="1072478" y="1251218"/>
                  <a:pt x="1109885" y="1414701"/>
                </a:cubicBezTo>
                <a:cubicBezTo>
                  <a:pt x="1147292" y="1578184"/>
                  <a:pt x="1240118" y="1640529"/>
                  <a:pt x="1284453" y="1514453"/>
                </a:cubicBezTo>
                <a:cubicBezTo>
                  <a:pt x="1328788" y="1388377"/>
                  <a:pt x="1308006" y="810643"/>
                  <a:pt x="1375893" y="658243"/>
                </a:cubicBezTo>
                <a:cubicBezTo>
                  <a:pt x="1443780" y="505843"/>
                  <a:pt x="1608649" y="475362"/>
                  <a:pt x="1691776" y="600053"/>
                </a:cubicBezTo>
                <a:cubicBezTo>
                  <a:pt x="1774903" y="724744"/>
                  <a:pt x="1824779" y="1065566"/>
                  <a:pt x="1874656" y="1406388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/>
          <p:cNvSpPr/>
          <p:nvPr/>
        </p:nvSpPr>
        <p:spPr>
          <a:xfrm>
            <a:off x="6047309" y="4302828"/>
            <a:ext cx="2415994" cy="1602721"/>
          </a:xfrm>
          <a:custGeom>
            <a:avLst/>
            <a:gdLst>
              <a:gd name="connsiteX0" fmla="*/ 952007 w 2415994"/>
              <a:gd name="connsiteY0" fmla="*/ 11998 h 1594929"/>
              <a:gd name="connsiteX1" fmla="*/ 1708466 w 2415994"/>
              <a:gd name="connsiteY1" fmla="*/ 11998 h 1594929"/>
              <a:gd name="connsiteX2" fmla="*/ 1758342 w 2415994"/>
              <a:gd name="connsiteY2" fmla="*/ 136689 h 1594929"/>
              <a:gd name="connsiteX3" fmla="*/ 519746 w 2415994"/>
              <a:gd name="connsiteY3" fmla="*/ 419322 h 1594929"/>
              <a:gd name="connsiteX4" fmla="*/ 586247 w 2415994"/>
              <a:gd name="connsiteY4" fmla="*/ 685329 h 1594929"/>
              <a:gd name="connsiteX5" fmla="*/ 2223855 w 2415994"/>
              <a:gd name="connsiteY5" fmla="*/ 751831 h 1594929"/>
              <a:gd name="connsiteX6" fmla="*/ 2173978 w 2415994"/>
              <a:gd name="connsiteY6" fmla="*/ 992900 h 1594929"/>
              <a:gd name="connsiteX7" fmla="*/ 345178 w 2415994"/>
              <a:gd name="connsiteY7" fmla="*/ 1117591 h 1594929"/>
              <a:gd name="connsiteX8" fmla="*/ 187236 w 2415994"/>
              <a:gd name="connsiteY8" fmla="*/ 1541540 h 1594929"/>
              <a:gd name="connsiteX9" fmla="*/ 2390109 w 2415994"/>
              <a:gd name="connsiteY9" fmla="*/ 1574791 h 1594929"/>
              <a:gd name="connsiteX0" fmla="*/ 952007 w 2415994"/>
              <a:gd name="connsiteY0" fmla="*/ 19790 h 1602721"/>
              <a:gd name="connsiteX1" fmla="*/ 1708466 w 2415994"/>
              <a:gd name="connsiteY1" fmla="*/ 19790 h 1602721"/>
              <a:gd name="connsiteX2" fmla="*/ 1774968 w 2415994"/>
              <a:gd name="connsiteY2" fmla="*/ 252547 h 1602721"/>
              <a:gd name="connsiteX3" fmla="*/ 519746 w 2415994"/>
              <a:gd name="connsiteY3" fmla="*/ 427114 h 1602721"/>
              <a:gd name="connsiteX4" fmla="*/ 586247 w 2415994"/>
              <a:gd name="connsiteY4" fmla="*/ 693121 h 1602721"/>
              <a:gd name="connsiteX5" fmla="*/ 2223855 w 2415994"/>
              <a:gd name="connsiteY5" fmla="*/ 759623 h 1602721"/>
              <a:gd name="connsiteX6" fmla="*/ 2173978 w 2415994"/>
              <a:gd name="connsiteY6" fmla="*/ 1000692 h 1602721"/>
              <a:gd name="connsiteX7" fmla="*/ 345178 w 2415994"/>
              <a:gd name="connsiteY7" fmla="*/ 1125383 h 1602721"/>
              <a:gd name="connsiteX8" fmla="*/ 187236 w 2415994"/>
              <a:gd name="connsiteY8" fmla="*/ 1549332 h 1602721"/>
              <a:gd name="connsiteX9" fmla="*/ 2390109 w 2415994"/>
              <a:gd name="connsiteY9" fmla="*/ 1582583 h 160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15994" h="1602721">
                <a:moveTo>
                  <a:pt x="952007" y="19790"/>
                </a:moveTo>
                <a:cubicBezTo>
                  <a:pt x="1263042" y="9399"/>
                  <a:pt x="1571306" y="-19003"/>
                  <a:pt x="1708466" y="19790"/>
                </a:cubicBezTo>
                <a:cubicBezTo>
                  <a:pt x="1845626" y="58583"/>
                  <a:pt x="1973088" y="184660"/>
                  <a:pt x="1774968" y="252547"/>
                </a:cubicBezTo>
                <a:cubicBezTo>
                  <a:pt x="1576848" y="320434"/>
                  <a:pt x="717866" y="353685"/>
                  <a:pt x="519746" y="427114"/>
                </a:cubicBezTo>
                <a:cubicBezTo>
                  <a:pt x="321626" y="500543"/>
                  <a:pt x="302229" y="637703"/>
                  <a:pt x="586247" y="693121"/>
                </a:cubicBezTo>
                <a:cubicBezTo>
                  <a:pt x="870265" y="748539"/>
                  <a:pt x="1959233" y="708361"/>
                  <a:pt x="2223855" y="759623"/>
                </a:cubicBezTo>
                <a:cubicBezTo>
                  <a:pt x="2488477" y="810885"/>
                  <a:pt x="2487091" y="939732"/>
                  <a:pt x="2173978" y="1000692"/>
                </a:cubicBezTo>
                <a:cubicBezTo>
                  <a:pt x="1860865" y="1061652"/>
                  <a:pt x="676302" y="1033943"/>
                  <a:pt x="345178" y="1125383"/>
                </a:cubicBezTo>
                <a:cubicBezTo>
                  <a:pt x="14054" y="1216823"/>
                  <a:pt x="-153586" y="1473132"/>
                  <a:pt x="187236" y="1549332"/>
                </a:cubicBezTo>
                <a:cubicBezTo>
                  <a:pt x="528058" y="1625532"/>
                  <a:pt x="1459083" y="1604057"/>
                  <a:pt x="2390109" y="158258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03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Depth-First search: LIFO (Last-In First-Out) buffer</a:t>
            </a:r>
          </a:p>
          <a:p>
            <a:pPr lvl="1"/>
            <a:r>
              <a:rPr lang="en-US" dirty="0" smtClean="0"/>
              <a:t>Stack is a LIFO buffer.</a:t>
            </a:r>
          </a:p>
          <a:p>
            <a:pPr lvl="1"/>
            <a:r>
              <a:rPr lang="en-US" dirty="0" smtClean="0"/>
              <a:t>That’s why depth-first search can easily be implemented with a recursion.</a:t>
            </a:r>
          </a:p>
          <a:p>
            <a:r>
              <a:rPr lang="en-US" dirty="0" smtClean="0"/>
              <a:t>Breadth-First search: FIFO (First-In First-Out) buffer</a:t>
            </a:r>
          </a:p>
          <a:p>
            <a:pPr lvl="1"/>
            <a:r>
              <a:rPr lang="en-US" dirty="0" smtClean="0"/>
              <a:t>Queue.  Can be implemented with a linked-list.</a:t>
            </a:r>
          </a:p>
          <a:p>
            <a:pPr lvl="1"/>
            <a:r>
              <a:rPr lang="en-US" dirty="0" smtClean="0"/>
              <a:t>Can also be done by a doubling-array.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37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 in a 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Finding N-neighbors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410200" y="4495800"/>
            <a:ext cx="609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19800" y="4495800"/>
            <a:ext cx="3810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410200" y="5410200"/>
            <a:ext cx="9906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953000" y="4572000"/>
            <a:ext cx="4572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953000" y="44958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953000" y="36576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36576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486400" y="3657600"/>
            <a:ext cx="99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019800" y="3657600"/>
            <a:ext cx="4572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477000" y="3657600"/>
            <a:ext cx="4572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 flipV="1">
            <a:off x="6019800" y="4495800"/>
            <a:ext cx="9144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6400800" y="45720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6477000" y="3581400"/>
            <a:ext cx="9906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934200" y="3581400"/>
            <a:ext cx="5334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467600" y="3581400"/>
            <a:ext cx="533400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6934200" y="45720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7467600" y="4648200"/>
            <a:ext cx="5334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934200" y="45720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6400800" y="54102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6934200" y="54102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6400800" y="54864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410200" y="5410200"/>
            <a:ext cx="3810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791200" y="5486400"/>
            <a:ext cx="609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791200" y="6324600"/>
            <a:ext cx="11430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4876800" y="5410200"/>
            <a:ext cx="533400" cy="685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876800" y="6096000"/>
            <a:ext cx="91440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6934200" y="63246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7467600" y="5410200"/>
            <a:ext cx="5334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324600" y="4800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6328954" y="397617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5791200" y="496466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6819900" y="49935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5822769" y="375884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5341076" y="4659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6862354" y="374827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7353300" y="474531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781800" y="554994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715000" y="559315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75" name="Straight Connector 74"/>
          <p:cNvCxnSpPr/>
          <p:nvPr/>
        </p:nvCxnSpPr>
        <p:spPr>
          <a:xfrm flipH="1">
            <a:off x="4495800" y="4572000"/>
            <a:ext cx="464276" cy="773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495800" y="5342751"/>
            <a:ext cx="910046" cy="61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5486400" y="2877602"/>
            <a:ext cx="609600" cy="774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6091646" y="2877602"/>
            <a:ext cx="381000" cy="774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V="1">
            <a:off x="6472646" y="2851255"/>
            <a:ext cx="506185" cy="800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972300" y="2838082"/>
            <a:ext cx="490946" cy="7389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8009709" y="4648200"/>
            <a:ext cx="520337" cy="901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 flipV="1">
            <a:off x="7471954" y="5404366"/>
            <a:ext cx="1058092" cy="145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943600" y="3200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6866709" y="31434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5359582" y="4050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7346769" y="400925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4800600" y="492898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5181600" y="572666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6257109" y="585329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7342415" y="58119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04" name="TextBox 103"/>
          <p:cNvSpPr txBox="1"/>
          <p:nvPr/>
        </p:nvSpPr>
        <p:spPr>
          <a:xfrm>
            <a:off x="7933510" y="497341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106" name="Straight Connector 105"/>
          <p:cNvCxnSpPr/>
          <p:nvPr/>
        </p:nvCxnSpPr>
        <p:spPr>
          <a:xfrm flipV="1">
            <a:off x="6096000" y="2855079"/>
            <a:ext cx="871946" cy="22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4495800" y="5347951"/>
            <a:ext cx="381000" cy="740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7996645" y="5549940"/>
            <a:ext cx="533401" cy="84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086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 in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Need to prevent back fire.</a:t>
            </a:r>
          </a:p>
          <a:p>
            <a:r>
              <a:rPr lang="en-US" dirty="0" smtClean="0"/>
              <a:t>Unlike a tree, there is a path to come back to a node that has already visited.</a:t>
            </a:r>
          </a:p>
          <a:p>
            <a:r>
              <a:rPr lang="en-US" dirty="0" smtClean="0"/>
              <a:t>Without keeping track of the already-visited nodes, it falls into an infinite loop in the worst case.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5410200" y="4495800"/>
            <a:ext cx="609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019800" y="4495800"/>
            <a:ext cx="3810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410200" y="5410200"/>
            <a:ext cx="9906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4953000" y="4572000"/>
            <a:ext cx="4572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4953000" y="44958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953000" y="36576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486400" y="36576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486400" y="3657600"/>
            <a:ext cx="99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6019800" y="3657600"/>
            <a:ext cx="4572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77000" y="3657600"/>
            <a:ext cx="4572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6019800" y="4495800"/>
            <a:ext cx="9144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6400800" y="45720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477000" y="3581400"/>
            <a:ext cx="9906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934200" y="3581400"/>
            <a:ext cx="5334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467600" y="3581400"/>
            <a:ext cx="533400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 flipV="1">
            <a:off x="6934200" y="45720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7467600" y="4648200"/>
            <a:ext cx="5334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934200" y="45720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6400800" y="54102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934200" y="54102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54864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410200" y="5410200"/>
            <a:ext cx="3810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791200" y="5486400"/>
            <a:ext cx="609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5791200" y="6324600"/>
            <a:ext cx="11430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4876800" y="5410200"/>
            <a:ext cx="533400" cy="685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876800" y="6096000"/>
            <a:ext cx="91440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934200" y="63246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467600" y="5410200"/>
            <a:ext cx="5334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24600" y="4800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328954" y="397617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791200" y="496466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819900" y="49935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822769" y="375884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341076" y="4659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6862354" y="374827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353300" y="474531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6781800" y="554994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715000" y="559315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42" name="Straight Connector 41"/>
          <p:cNvCxnSpPr/>
          <p:nvPr/>
        </p:nvCxnSpPr>
        <p:spPr>
          <a:xfrm flipH="1">
            <a:off x="4495800" y="4572000"/>
            <a:ext cx="464276" cy="773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495800" y="5342751"/>
            <a:ext cx="910046" cy="61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5486400" y="2877602"/>
            <a:ext cx="609600" cy="774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091646" y="2877602"/>
            <a:ext cx="381000" cy="774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6472646" y="2851255"/>
            <a:ext cx="506185" cy="800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972300" y="2838082"/>
            <a:ext cx="490946" cy="7389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009709" y="4648200"/>
            <a:ext cx="520337" cy="901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7471954" y="5404366"/>
            <a:ext cx="1058092" cy="145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0" y="3200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6866709" y="31434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359582" y="4050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7346769" y="400925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4800600" y="492898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5181600" y="572666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6257109" y="585329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7342415" y="58119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933510" y="497341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6096000" y="2855079"/>
            <a:ext cx="871946" cy="22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495800" y="5347951"/>
            <a:ext cx="381000" cy="740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7996645" y="5549940"/>
            <a:ext cx="533401" cy="84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5529468" y="4118664"/>
            <a:ext cx="939698" cy="875043"/>
          </a:xfrm>
          <a:custGeom>
            <a:avLst/>
            <a:gdLst>
              <a:gd name="connsiteX0" fmla="*/ 939698 w 939698"/>
              <a:gd name="connsiteY0" fmla="*/ 598615 h 875043"/>
              <a:gd name="connsiteX1" fmla="*/ 862786 w 939698"/>
              <a:gd name="connsiteY1" fmla="*/ 179871 h 875043"/>
              <a:gd name="connsiteX2" fmla="*/ 520954 w 939698"/>
              <a:gd name="connsiteY2" fmla="*/ 409 h 875043"/>
              <a:gd name="connsiteX3" fmla="*/ 42390 w 939698"/>
              <a:gd name="connsiteY3" fmla="*/ 222600 h 875043"/>
              <a:gd name="connsiteX4" fmla="*/ 59482 w 939698"/>
              <a:gd name="connsiteY4" fmla="*/ 666981 h 875043"/>
              <a:gd name="connsiteX5" fmla="*/ 358584 w 939698"/>
              <a:gd name="connsiteY5" fmla="*/ 872080 h 875043"/>
              <a:gd name="connsiteX6" fmla="*/ 768782 w 939698"/>
              <a:gd name="connsiteY6" fmla="*/ 769530 h 87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9698" h="875043">
                <a:moveTo>
                  <a:pt x="939698" y="598615"/>
                </a:moveTo>
                <a:cubicBezTo>
                  <a:pt x="936137" y="439093"/>
                  <a:pt x="932577" y="279572"/>
                  <a:pt x="862786" y="179871"/>
                </a:cubicBezTo>
                <a:cubicBezTo>
                  <a:pt x="792995" y="80170"/>
                  <a:pt x="657687" y="-6713"/>
                  <a:pt x="520954" y="409"/>
                </a:cubicBezTo>
                <a:cubicBezTo>
                  <a:pt x="384221" y="7531"/>
                  <a:pt x="119302" y="111505"/>
                  <a:pt x="42390" y="222600"/>
                </a:cubicBezTo>
                <a:cubicBezTo>
                  <a:pt x="-34522" y="333695"/>
                  <a:pt x="6783" y="558734"/>
                  <a:pt x="59482" y="666981"/>
                </a:cubicBezTo>
                <a:cubicBezTo>
                  <a:pt x="112181" y="775228"/>
                  <a:pt x="240367" y="854989"/>
                  <a:pt x="358584" y="872080"/>
                </a:cubicBezTo>
                <a:cubicBezTo>
                  <a:pt x="476801" y="889171"/>
                  <a:pt x="622791" y="829350"/>
                  <a:pt x="768782" y="76953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/>
          <p:cNvCxnSpPr>
            <a:stCxn id="37" idx="3"/>
          </p:cNvCxnSpPr>
          <p:nvPr/>
        </p:nvCxnSpPr>
        <p:spPr>
          <a:xfrm>
            <a:off x="5950676" y="4844534"/>
            <a:ext cx="140970" cy="270113"/>
          </a:xfrm>
          <a:prstGeom prst="line">
            <a:avLst/>
          </a:prstGeom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5943600" y="4876800"/>
            <a:ext cx="148046" cy="237847"/>
          </a:xfrm>
          <a:prstGeom prst="line">
            <a:avLst/>
          </a:prstGeom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440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 in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a hash table for preventing infinite recursion.</a:t>
            </a:r>
          </a:p>
          <a:p>
            <a:r>
              <a:rPr lang="en-US" dirty="0" smtClean="0"/>
              <a:t>Make a hash table that connects a node (in this case, a polygon) and the depth.</a:t>
            </a:r>
          </a:p>
          <a:p>
            <a:r>
              <a:rPr lang="en-US" dirty="0" smtClean="0"/>
              <a:t>When exploring a new node, check if the node is already in the hash table.</a:t>
            </a:r>
          </a:p>
          <a:p>
            <a:pPr lvl="1"/>
            <a:r>
              <a:rPr lang="en-US" dirty="0" smtClean="0"/>
              <a:t>If it is included, the node has already been visited and does not have to re-visit.</a:t>
            </a:r>
          </a:p>
          <a:p>
            <a:pPr lvl="1"/>
            <a:r>
              <a:rPr lang="en-US" dirty="0" smtClean="0"/>
              <a:t>If it is not, the node should be visited next.</a:t>
            </a:r>
          </a:p>
        </p:txBody>
      </p:sp>
    </p:spTree>
    <p:extLst>
      <p:ext uri="{BB962C8B-B14F-4D97-AF65-F5344CB8AC3E}">
        <p14:creationId xmlns:p14="http://schemas.microsoft.com/office/powerpoint/2010/main" val="1284280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edge-connected vertices within certain radius from a picked vertex.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be depth-first or breadth-first search.</a:t>
            </a:r>
          </a:p>
          <a:p>
            <a:r>
              <a:rPr lang="en-US" dirty="0" smtClean="0"/>
              <a:t>Needs same mechanism to stop back fire.</a:t>
            </a:r>
          </a:p>
          <a:p>
            <a:endParaRPr lang="en-US" dirty="0"/>
          </a:p>
          <a:p>
            <a:r>
              <a:rPr lang="en-US" dirty="0"/>
              <a:t>Example: Highlighting vertices within 2.0 radius of the clicked vertex.</a:t>
            </a:r>
          </a:p>
        </p:txBody>
      </p:sp>
    </p:spTree>
    <p:extLst>
      <p:ext uri="{BB962C8B-B14F-4D97-AF65-F5344CB8AC3E}">
        <p14:creationId xmlns:p14="http://schemas.microsoft.com/office/powerpoint/2010/main" val="1107147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Highlighting High Dihedral-Angle Edges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Dihedral angle</a:t>
            </a:r>
          </a:p>
          <a:p>
            <a:r>
              <a:rPr lang="en-US" dirty="0" smtClean="0"/>
              <a:t>An angle between two neighboring polygons.</a:t>
            </a:r>
          </a:p>
          <a:p>
            <a:r>
              <a:rPr lang="en-US" dirty="0" smtClean="0"/>
              <a:t>Give a clue of feature edges.</a:t>
            </a:r>
          </a:p>
          <a:p>
            <a:r>
              <a:rPr lang="en-US" dirty="0" smtClean="0"/>
              <a:t>Identifying high dihedral-angle edges is important for feature identification.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611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Greedy Path Finding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Let's find a path between two picked vertices with the greedy-search.</a:t>
            </a:r>
          </a:p>
          <a:p>
            <a:r>
              <a:rPr lang="en-US" dirty="0" smtClean="0"/>
              <a:t>You can use </a:t>
            </a:r>
            <a:r>
              <a:rPr lang="en-US" dirty="0" err="1" smtClean="0"/>
              <a:t>YsShellExt</a:t>
            </a:r>
            <a:r>
              <a:rPr lang="en-US" dirty="0" smtClean="0"/>
              <a:t>::</a:t>
            </a:r>
            <a:r>
              <a:rPr lang="en-US" dirty="0" err="1" smtClean="0"/>
              <a:t>GetConnectedVertex</a:t>
            </a:r>
            <a:r>
              <a:rPr lang="en-US" dirty="0" smtClean="0"/>
              <a:t> and step to the one that is closest to the goal.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497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Introducing </a:t>
            </a:r>
            <a:r>
              <a:rPr lang="en-US" dirty="0" err="1" smtClean="0"/>
              <a:t>YsShellExt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hope you know how you can write a polygonal mesh data structure by now.</a:t>
            </a:r>
          </a:p>
          <a:p>
            <a:r>
              <a:rPr lang="en-US" dirty="0" smtClean="0"/>
              <a:t>Let's use </a:t>
            </a:r>
            <a:r>
              <a:rPr lang="en-US" dirty="0" err="1" smtClean="0"/>
              <a:t>YsShellExt</a:t>
            </a:r>
            <a:r>
              <a:rPr lang="en-US" dirty="0" smtClean="0"/>
              <a:t> class from now on.</a:t>
            </a:r>
          </a:p>
          <a:p>
            <a:r>
              <a:rPr lang="en-US" dirty="0" err="1" smtClean="0"/>
              <a:t>YsShellExt</a:t>
            </a:r>
            <a:r>
              <a:rPr lang="en-US" dirty="0" smtClean="0"/>
              <a:t> class has all functions (except </a:t>
            </a:r>
            <a:r>
              <a:rPr lang="en-US" dirty="0" err="1" smtClean="0"/>
              <a:t>MergeVertex</a:t>
            </a:r>
            <a:r>
              <a:rPr lang="en-US" dirty="0" smtClean="0"/>
              <a:t>) that </a:t>
            </a:r>
            <a:r>
              <a:rPr lang="en-US" dirty="0" err="1" smtClean="0"/>
              <a:t>PolygonalMesh</a:t>
            </a:r>
            <a:r>
              <a:rPr lang="en-US" dirty="0" smtClean="0"/>
              <a:t> class has.</a:t>
            </a:r>
          </a:p>
          <a:p>
            <a:r>
              <a:rPr lang="en-US" dirty="0"/>
              <a:t>Plus constraint-edges, face-groups, and utility libraries.</a:t>
            </a:r>
          </a:p>
          <a:p>
            <a:r>
              <a:rPr lang="en-US" dirty="0" smtClean="0"/>
              <a:t>Same function name, same parameter.  You can pretty much replace </a:t>
            </a:r>
            <a:r>
              <a:rPr lang="en-US" dirty="0" err="1" smtClean="0"/>
              <a:t>PolygonalMesh</a:t>
            </a:r>
            <a:r>
              <a:rPr lang="en-US" dirty="0" smtClean="0"/>
              <a:t> class with </a:t>
            </a:r>
            <a:r>
              <a:rPr lang="en-US" dirty="0" err="1" smtClean="0"/>
              <a:t>YsShellExt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437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YsShellExt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</a:t>
            </a:r>
            <a:r>
              <a:rPr lang="en-US" dirty="0" err="1" smtClean="0"/>
              <a:t>geblkernel</a:t>
            </a:r>
            <a:r>
              <a:rPr lang="en-US" dirty="0" smtClean="0"/>
              <a:t> in </a:t>
            </a:r>
            <a:r>
              <a:rPr lang="en-US" dirty="0" err="1" smtClean="0"/>
              <a:t>target_link_libraries</a:t>
            </a:r>
            <a:r>
              <a:rPr lang="en-US" dirty="0" smtClean="0"/>
              <a:t> instead of </a:t>
            </a:r>
            <a:r>
              <a:rPr lang="en-US" dirty="0" err="1" smtClean="0"/>
              <a:t>polygonalmesh</a:t>
            </a:r>
            <a:r>
              <a:rPr lang="en-US" dirty="0" smtClean="0"/>
              <a:t>.</a:t>
            </a:r>
          </a:p>
          <a:p>
            <a:r>
              <a:rPr lang="en-US" dirty="0" smtClean="0"/>
              <a:t>Add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latin typeface="Consolas" panose="020B0609020204030204" pitchFamily="49" charset="0"/>
              </a:rPr>
              <a:t>#include &lt;</a:t>
            </a:r>
            <a:r>
              <a:rPr lang="en-US" dirty="0" err="1" smtClean="0">
                <a:latin typeface="Consolas" panose="020B0609020204030204" pitchFamily="49" charset="0"/>
              </a:rPr>
              <a:t>ysshellext.h</a:t>
            </a:r>
            <a:r>
              <a:rPr lang="en-US" dirty="0" smtClean="0">
                <a:latin typeface="Consolas" panose="020B0609020204030204" pitchFamily="49" charset="0"/>
              </a:rPr>
              <a:t>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instead of </a:t>
            </a:r>
            <a:r>
              <a:rPr lang="en-US" dirty="0" err="1" smtClean="0"/>
              <a:t>polygonalmesh.h</a:t>
            </a:r>
            <a:endParaRPr lang="en-US" dirty="0" smtClean="0"/>
          </a:p>
          <a:p>
            <a:r>
              <a:rPr lang="en-US" dirty="0" smtClean="0"/>
              <a:t>Replace </a:t>
            </a:r>
            <a:r>
              <a:rPr lang="en-US" dirty="0" err="1" smtClean="0"/>
              <a:t>PolygonalMesh</a:t>
            </a:r>
            <a:r>
              <a:rPr lang="en-US" dirty="0" smtClean="0"/>
              <a:t> with </a:t>
            </a:r>
            <a:r>
              <a:rPr lang="en-US" dirty="0" err="1" smtClean="0"/>
              <a:t>YsShellExt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238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Identifying a mesh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YsShellExt</a:t>
            </a:r>
            <a:r>
              <a:rPr lang="en-US" dirty="0" smtClean="0"/>
              <a:t> class is independent of OpenGL (only depends on C++11 standard)</a:t>
            </a:r>
          </a:p>
          <a:p>
            <a:r>
              <a:rPr lang="en-US" dirty="0" smtClean="0"/>
              <a:t>Can be used for building a command-line program.</a:t>
            </a:r>
          </a:p>
          <a:p>
            <a:r>
              <a:rPr lang="en-US" dirty="0" smtClean="0"/>
              <a:t>Example</a:t>
            </a:r>
            <a:r>
              <a:rPr lang="en-US" smtClean="0"/>
              <a:t>: Identifying a mesh type.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322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Re-writing the Picking (and other features) Program with </a:t>
            </a:r>
            <a:r>
              <a:rPr lang="en-US" dirty="0" err="1" smtClean="0"/>
              <a:t>YsShellExt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096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Color-map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4-color theorem: You only need four colors to paint all polygons so that no neighboring polygons have the same color.</a:t>
            </a:r>
          </a:p>
          <a:p>
            <a:r>
              <a:rPr lang="en-US" dirty="0" smtClean="0"/>
              <a:t>It is true for any genus-0 </a:t>
            </a:r>
            <a:r>
              <a:rPr lang="en-US" smtClean="0"/>
              <a:t>geometry.</a:t>
            </a:r>
            <a:endParaRPr lang="en-US" dirty="0" smtClean="0"/>
          </a:p>
          <a:p>
            <a:r>
              <a:rPr lang="en-US" dirty="0" smtClean="0"/>
              <a:t>Obvious for a triangular mesh.</a:t>
            </a:r>
          </a:p>
          <a:p>
            <a:r>
              <a:rPr lang="en-US" dirty="0" smtClean="0"/>
              <a:t>If you don’t care about the minimum number of triangles, it is not a big deal.</a:t>
            </a:r>
          </a:p>
          <a:p>
            <a:r>
              <a:rPr lang="en-US" dirty="0" smtClean="0"/>
              <a:t>You can easily implement it if you know neighboring polygons.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999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17967"/>
            <a:ext cx="4493538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YsColor</a:t>
            </a:r>
            <a:r>
              <a:rPr lang="en-US" sz="1000" dirty="0">
                <a:latin typeface="Lucida Console" panose="020B0609040504020204" pitchFamily="49" charset="0"/>
              </a:rPr>
              <a:t>&gt; palette;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YsBlue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YsRed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YsGreen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YsYellow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YsMagenta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YsCyan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YsDarkBlue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YsDarkRed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YsDarkGreen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YsDarkYellow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YsDarkMagenta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YsDarkCyan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 err="1">
                <a:latin typeface="Lucida Console" panose="020B0609040504020204" pitchFamily="49" charset="0"/>
              </a:rPr>
              <a:t>plHd</a:t>
            </a:r>
            <a:r>
              <a:rPr lang="en-US" sz="1000" dirty="0">
                <a:latin typeface="Lucida Console" panose="020B0609040504020204" pitchFamily="49" charset="0"/>
              </a:rPr>
              <a:t> : </a:t>
            </a:r>
            <a:r>
              <a:rPr lang="en-US" sz="1000" dirty="0" err="1">
                <a:latin typeface="Lucida Console" panose="020B0609040504020204" pitchFamily="49" charset="0"/>
              </a:rPr>
              <a:t>shl.AllPolygon</a:t>
            </a:r>
            <a:r>
              <a:rPr lang="en-US" sz="1000" dirty="0">
                <a:latin typeface="Lucida Console" panose="020B0609040504020204" pitchFamily="49" charset="0"/>
              </a:rPr>
              <a:t>())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&lt;bool&gt; used;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used.resize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palette.size</a:t>
            </a:r>
            <a:r>
              <a:rPr lang="en-US" sz="1000" dirty="0">
                <a:latin typeface="Lucida Console" panose="020B0609040504020204" pitchFamily="49" charset="0"/>
              </a:rPr>
              <a:t>());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auto </a:t>
            </a:r>
            <a:r>
              <a:rPr lang="en-US" sz="1000" dirty="0" err="1">
                <a:latin typeface="Lucida Console" panose="020B0609040504020204" pitchFamily="49" charset="0"/>
              </a:rPr>
              <a:t>nEdge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shl.GetPolygonNumVertex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plHd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for(</a:t>
            </a:r>
            <a:r>
              <a:rPr lang="en-US" sz="1000" dirty="0" err="1" smtClean="0">
                <a:latin typeface="Lucida Console" panose="020B0609040504020204" pitchFamily="49" charset="0"/>
              </a:rPr>
              <a:t>decltype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nEdge</a:t>
            </a:r>
            <a:r>
              <a:rPr lang="en-US" sz="1000" dirty="0">
                <a:latin typeface="Lucida Console" panose="020B0609040504020204" pitchFamily="49" charset="0"/>
              </a:rPr>
              <a:t>) 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=0; 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nEdge</a:t>
            </a:r>
            <a:r>
              <a:rPr lang="en-US" sz="1000" dirty="0">
                <a:latin typeface="Lucida Console" panose="020B0609040504020204" pitchFamily="49" charset="0"/>
              </a:rPr>
              <a:t>; ++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auto </a:t>
            </a:r>
            <a:r>
              <a:rPr lang="en-US" sz="1000" dirty="0" err="1">
                <a:latin typeface="Lucida Console" panose="020B0609040504020204" pitchFamily="49" charset="0"/>
              </a:rPr>
              <a:t>neiPlHd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shl.GetNeighborPolygon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plHd,i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if(</a:t>
            </a:r>
            <a:r>
              <a:rPr lang="en-US" sz="1000" dirty="0" err="1" smtClean="0">
                <a:latin typeface="Lucida Console" panose="020B0609040504020204" pitchFamily="49" charset="0"/>
              </a:rPr>
              <a:t>nullptr</a:t>
            </a:r>
            <a:r>
              <a:rPr lang="en-US" sz="1000" dirty="0">
                <a:latin typeface="Lucida Console" panose="020B0609040504020204" pitchFamily="49" charset="0"/>
              </a:rPr>
              <a:t>!=</a:t>
            </a:r>
            <a:r>
              <a:rPr lang="en-US" sz="1000" dirty="0" err="1">
                <a:latin typeface="Lucida Console" panose="020B0609040504020204" pitchFamily="49" charset="0"/>
              </a:rPr>
              <a:t>neiPlHd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auto </a:t>
            </a:r>
            <a:r>
              <a:rPr lang="en-US" sz="1000" dirty="0" err="1">
                <a:latin typeface="Lucida Console" panose="020B0609040504020204" pitchFamily="49" charset="0"/>
              </a:rPr>
              <a:t>neiCol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shl.GetColor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neiPlHd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for(</a:t>
            </a:r>
            <a:r>
              <a:rPr lang="en-US" sz="1000" dirty="0" err="1" smtClean="0">
                <a:latin typeface="Lucida Console" panose="020B0609040504020204" pitchFamily="49" charset="0"/>
              </a:rPr>
              <a:t>int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>
                <a:latin typeface="Lucida Console" panose="020B0609040504020204" pitchFamily="49" charset="0"/>
              </a:rPr>
              <a:t>j=0; j&lt;</a:t>
            </a:r>
            <a:r>
              <a:rPr lang="en-US" sz="1000" dirty="0" err="1">
                <a:latin typeface="Lucida Console" panose="020B0609040504020204" pitchFamily="49" charset="0"/>
              </a:rPr>
              <a:t>palette.size</a:t>
            </a:r>
            <a:r>
              <a:rPr lang="en-US" sz="1000" dirty="0">
                <a:latin typeface="Lucida Console" panose="020B0609040504020204" pitchFamily="49" charset="0"/>
              </a:rPr>
              <a:t>(); ++j)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    if(</a:t>
            </a:r>
            <a:r>
              <a:rPr lang="en-US" sz="1000" dirty="0" err="1" smtClean="0">
                <a:latin typeface="Lucida Console" panose="020B0609040504020204" pitchFamily="49" charset="0"/>
              </a:rPr>
              <a:t>neiCol</a:t>
            </a:r>
            <a:r>
              <a:rPr lang="en-US" sz="1000" dirty="0">
                <a:latin typeface="Lucida Console" panose="020B0609040504020204" pitchFamily="49" charset="0"/>
              </a:rPr>
              <a:t>==palette[j])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        used[j</a:t>
            </a:r>
            <a:r>
              <a:rPr lang="en-US" sz="1000" dirty="0">
                <a:latin typeface="Lucida Console" panose="020B0609040504020204" pitchFamily="49" charset="0"/>
              </a:rPr>
              <a:t>]=true;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        break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23174" y="152400"/>
            <a:ext cx="4724370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int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unusedIndex</a:t>
            </a:r>
            <a:r>
              <a:rPr lang="en-US" sz="10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for(</a:t>
            </a:r>
            <a:r>
              <a:rPr lang="en-US" sz="1000" dirty="0" err="1" smtClean="0">
                <a:latin typeface="Lucida Console" panose="020B0609040504020204" pitchFamily="49" charset="0"/>
              </a:rPr>
              <a:t>int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>
                <a:latin typeface="Lucida Console" panose="020B0609040504020204" pitchFamily="49" charset="0"/>
              </a:rPr>
              <a:t>k=0; k&lt;</a:t>
            </a:r>
            <a:r>
              <a:rPr lang="en-US" sz="1000" dirty="0" err="1">
                <a:latin typeface="Lucida Console" panose="020B0609040504020204" pitchFamily="49" charset="0"/>
              </a:rPr>
              <a:t>palette.size</a:t>
            </a:r>
            <a:r>
              <a:rPr lang="en-US" sz="1000" dirty="0">
                <a:latin typeface="Lucida Console" panose="020B0609040504020204" pitchFamily="49" charset="0"/>
              </a:rPr>
              <a:t>(); ++k)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if(true</a:t>
            </a:r>
            <a:r>
              <a:rPr lang="en-US" sz="1000" dirty="0">
                <a:latin typeface="Lucida Console" panose="020B0609040504020204" pitchFamily="49" charset="0"/>
              </a:rPr>
              <a:t>!=used[k])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unusedIndex</a:t>
            </a:r>
            <a:r>
              <a:rPr lang="en-US" sz="1000" dirty="0" smtClean="0">
                <a:latin typeface="Lucida Console" panose="020B0609040504020204" pitchFamily="49" charset="0"/>
              </a:rPr>
              <a:t>=k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break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if(0</a:t>
            </a:r>
            <a:r>
              <a:rPr lang="en-US" sz="1000" dirty="0">
                <a:latin typeface="Lucida Console" panose="020B0609040504020204" pitchFamily="49" charset="0"/>
              </a:rPr>
              <a:t>&lt;=</a:t>
            </a:r>
            <a:r>
              <a:rPr lang="en-US" sz="1000" dirty="0" err="1">
                <a:latin typeface="Lucida Console" panose="020B0609040504020204" pitchFamily="49" charset="0"/>
              </a:rPr>
              <a:t>unusedIndex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shl.SetPolygonColor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plHd,palette</a:t>
            </a:r>
            <a:r>
              <a:rPr lang="en-US" sz="1000" dirty="0" smtClean="0">
                <a:latin typeface="Lucida Console" panose="020B0609040504020204" pitchFamily="49" charset="0"/>
              </a:rPr>
              <a:t>[</a:t>
            </a:r>
            <a:r>
              <a:rPr lang="en-US" sz="1000" dirty="0" err="1" smtClean="0">
                <a:latin typeface="Lucida Console" panose="020B0609040504020204" pitchFamily="49" charset="0"/>
              </a:rPr>
              <a:t>unusedIndex</a:t>
            </a:r>
            <a:r>
              <a:rPr lang="en-US" sz="1000" dirty="0">
                <a:latin typeface="Lucida Console" panose="020B0609040504020204" pitchFamily="49" charset="0"/>
              </a:rPr>
              <a:t>]);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else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// </a:t>
            </a:r>
            <a:r>
              <a:rPr lang="en-US" sz="1000" dirty="0">
                <a:latin typeface="Lucida Console" panose="020B0609040504020204" pitchFamily="49" charset="0"/>
              </a:rPr>
              <a:t>You come up with a new color, 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// </a:t>
            </a:r>
            <a:r>
              <a:rPr lang="en-US" sz="1000" dirty="0">
                <a:latin typeface="Lucida Console" panose="020B0609040504020204" pitchFamily="49" charset="0"/>
              </a:rPr>
              <a:t>use it, and add to palette.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971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Greedy-Search Path Finding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Starting from a vertex, find a neighboring vertex that shortens the distance to the goal the most.</a:t>
            </a:r>
          </a:p>
          <a:p>
            <a:r>
              <a:rPr lang="en-US" dirty="0" smtClean="0"/>
              <a:t>Repeat it until reaching the goal or no more next vertex is found.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632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458956"/>
            <a:ext cx="5801588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YsShell</a:t>
            </a:r>
            <a:r>
              <a:rPr lang="en-US" sz="1000" dirty="0">
                <a:latin typeface="Lucida Console" panose="020B0609040504020204" pitchFamily="49" charset="0"/>
              </a:rPr>
              <a:t>::</a:t>
            </a:r>
            <a:r>
              <a:rPr lang="en-US" sz="1000" dirty="0" err="1">
                <a:latin typeface="Lucida Console" panose="020B0609040504020204" pitchFamily="49" charset="0"/>
              </a:rPr>
              <a:t>VertexHandle</a:t>
            </a:r>
            <a:r>
              <a:rPr lang="en-US" sz="1000" dirty="0">
                <a:latin typeface="Lucida Console" panose="020B0609040504020204" pitchFamily="49" charset="0"/>
              </a:rPr>
              <a:t>&gt; </a:t>
            </a:r>
            <a:r>
              <a:rPr lang="en-US" sz="1000" dirty="0" err="1" smtClean="0">
                <a:latin typeface="Lucida Console" panose="020B0609040504020204" pitchFamily="49" charset="0"/>
              </a:rPr>
              <a:t>FindPath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smtClean="0">
                <a:latin typeface="Lucida Console" panose="020B0609040504020204" pitchFamily="49" charset="0"/>
              </a:rPr>
              <a:t>   </a:t>
            </a:r>
            <a:r>
              <a:rPr lang="en-US" sz="1000" dirty="0" err="1" smtClean="0">
                <a:latin typeface="Lucida Console" panose="020B0609040504020204" pitchFamily="49" charset="0"/>
              </a:rPr>
              <a:t>const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 smtClean="0">
                <a:latin typeface="Lucida Console" panose="020B0609040504020204" pitchFamily="49" charset="0"/>
              </a:rPr>
              <a:t>YsShellExt</a:t>
            </a:r>
            <a:r>
              <a:rPr lang="en-US" sz="1000" dirty="0" smtClean="0">
                <a:latin typeface="Lucida Console" panose="020B0609040504020204" pitchFamily="49" charset="0"/>
              </a:rPr>
              <a:t> &amp;</a:t>
            </a:r>
            <a:r>
              <a:rPr lang="en-US" sz="1000" dirty="0" err="1" smtClean="0">
                <a:latin typeface="Lucida Console" panose="020B0609040504020204" pitchFamily="49" charset="0"/>
              </a:rPr>
              <a:t>shl</a:t>
            </a:r>
            <a:r>
              <a:rPr lang="en-US" sz="1000" dirty="0" smtClean="0">
                <a:latin typeface="Lucida Console" panose="020B0609040504020204" pitchFamily="49" charset="0"/>
              </a:rPr>
              <a:t>,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smtClean="0">
                <a:latin typeface="Lucida Console" panose="020B0609040504020204" pitchFamily="49" charset="0"/>
              </a:rPr>
              <a:t>   </a:t>
            </a:r>
            <a:r>
              <a:rPr lang="en-US" sz="1000" dirty="0" err="1" smtClean="0">
                <a:latin typeface="Lucida Console" panose="020B0609040504020204" pitchFamily="49" charset="0"/>
              </a:rPr>
              <a:t>YsShell</a:t>
            </a:r>
            <a:r>
              <a:rPr lang="en-US" sz="1000" dirty="0">
                <a:latin typeface="Lucida Console" panose="020B0609040504020204" pitchFamily="49" charset="0"/>
              </a:rPr>
              <a:t>::</a:t>
            </a:r>
            <a:r>
              <a:rPr lang="en-US" sz="1000" dirty="0" err="1">
                <a:latin typeface="Lucida Console" panose="020B0609040504020204" pitchFamily="49" charset="0"/>
              </a:rPr>
              <a:t>VertexHandle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fromVtHd,YsShell</a:t>
            </a:r>
            <a:r>
              <a:rPr lang="en-US" sz="1000" dirty="0">
                <a:latin typeface="Lucida Console" panose="020B0609040504020204" pitchFamily="49" charset="0"/>
              </a:rPr>
              <a:t>::</a:t>
            </a:r>
            <a:r>
              <a:rPr lang="en-US" sz="1000" dirty="0" err="1">
                <a:latin typeface="Lucida Console" panose="020B0609040504020204" pitchFamily="49" charset="0"/>
              </a:rPr>
              <a:t>VertexHandle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toVtHd</a:t>
            </a:r>
            <a:r>
              <a:rPr lang="en-US" sz="1000" dirty="0">
                <a:latin typeface="Lucida Console" panose="020B0609040504020204" pitchFamily="49" charset="0"/>
              </a:rPr>
              <a:t>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double </a:t>
            </a:r>
            <a:r>
              <a:rPr lang="en-US" sz="1000" dirty="0" err="1">
                <a:latin typeface="Lucida Console" panose="020B0609040504020204" pitchFamily="49" charset="0"/>
              </a:rPr>
              <a:t>dist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shl.GetEdgeLength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fromVtHd,toVtHd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YsShell</a:t>
            </a:r>
            <a:r>
              <a:rPr lang="en-US" sz="1000" dirty="0">
                <a:latin typeface="Lucida Console" panose="020B0609040504020204" pitchFamily="49" charset="0"/>
              </a:rPr>
              <a:t>::</a:t>
            </a:r>
            <a:r>
              <a:rPr lang="en-US" sz="1000" dirty="0" err="1">
                <a:latin typeface="Lucida Console" panose="020B0609040504020204" pitchFamily="49" charset="0"/>
              </a:rPr>
              <a:t>VertexHandle</a:t>
            </a:r>
            <a:r>
              <a:rPr lang="en-US" sz="1000" dirty="0">
                <a:latin typeface="Lucida Console" panose="020B0609040504020204" pitchFamily="49" charset="0"/>
              </a:rPr>
              <a:t>&gt; path;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path.push_back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fromVtHd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vtHd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fromVtHd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while(</a:t>
            </a:r>
            <a:r>
              <a:rPr lang="en-US" sz="1000" dirty="0" err="1" smtClean="0">
                <a:latin typeface="Lucida Console" panose="020B0609040504020204" pitchFamily="49" charset="0"/>
              </a:rPr>
              <a:t>vtHd</a:t>
            </a:r>
            <a:r>
              <a:rPr lang="en-US" sz="1000" dirty="0">
                <a:latin typeface="Lucida Console" panose="020B0609040504020204" pitchFamily="49" charset="0"/>
              </a:rPr>
              <a:t>!=</a:t>
            </a:r>
            <a:r>
              <a:rPr lang="en-US" sz="1000" dirty="0" err="1">
                <a:latin typeface="Lucida Console" panose="020B0609040504020204" pitchFamily="49" charset="0"/>
              </a:rPr>
              <a:t>toVtHd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000" dirty="0" err="1">
                <a:latin typeface="Lucida Console" panose="020B0609040504020204" pitchFamily="49" charset="0"/>
              </a:rPr>
              <a:t>bestDist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dist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YsShell</a:t>
            </a:r>
            <a:r>
              <a:rPr lang="en-US" sz="1000" dirty="0">
                <a:latin typeface="Lucida Console" panose="020B0609040504020204" pitchFamily="49" charset="0"/>
              </a:rPr>
              <a:t>::</a:t>
            </a:r>
            <a:r>
              <a:rPr lang="en-US" sz="1000" dirty="0" err="1">
                <a:latin typeface="Lucida Console" panose="020B0609040504020204" pitchFamily="49" charset="0"/>
              </a:rPr>
              <a:t>VertexHandle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nextVtHd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nullptr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for(auto </a:t>
            </a:r>
            <a:r>
              <a:rPr lang="en-US" sz="1000" dirty="0" err="1">
                <a:latin typeface="Lucida Console" panose="020B0609040504020204" pitchFamily="49" charset="0"/>
              </a:rPr>
              <a:t>vtHdCandidate</a:t>
            </a:r>
            <a:r>
              <a:rPr lang="en-US" sz="1000" dirty="0">
                <a:latin typeface="Lucida Console" panose="020B0609040504020204" pitchFamily="49" charset="0"/>
              </a:rPr>
              <a:t> : </a:t>
            </a:r>
            <a:r>
              <a:rPr lang="en-US" sz="1000" dirty="0" err="1">
                <a:latin typeface="Lucida Console" panose="020B0609040504020204" pitchFamily="49" charset="0"/>
              </a:rPr>
              <a:t>shl.GetConnectedVertex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vtHd</a:t>
            </a:r>
            <a:r>
              <a:rPr lang="en-US" sz="10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double </a:t>
            </a:r>
            <a:r>
              <a:rPr lang="en-US" sz="1000" dirty="0" err="1">
                <a:latin typeface="Lucida Console" panose="020B0609040504020204" pitchFamily="49" charset="0"/>
              </a:rPr>
              <a:t>candidateDist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shl.GetEdgeLength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vtHdCandidate,toVtHd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if(</a:t>
            </a:r>
            <a:r>
              <a:rPr lang="en-US" sz="1000" dirty="0" err="1" smtClean="0">
                <a:latin typeface="Lucida Console" panose="020B0609040504020204" pitchFamily="49" charset="0"/>
              </a:rPr>
              <a:t>candidateDist</a:t>
            </a:r>
            <a:r>
              <a:rPr lang="en-US" sz="1000" dirty="0" smtClean="0">
                <a:latin typeface="Lucida Console" panose="020B0609040504020204" pitchFamily="49" charset="0"/>
              </a:rPr>
              <a:t>&lt;</a:t>
            </a:r>
            <a:r>
              <a:rPr lang="en-US" sz="1000" dirty="0" err="1" smtClean="0">
                <a:latin typeface="Lucida Console" panose="020B0609040504020204" pitchFamily="49" charset="0"/>
              </a:rPr>
              <a:t>bestDist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nextVtHd</a:t>
            </a:r>
            <a:r>
              <a:rPr lang="en-US" sz="1000" dirty="0" smtClean="0">
                <a:latin typeface="Lucida Console" panose="020B0609040504020204" pitchFamily="49" charset="0"/>
              </a:rPr>
              <a:t>=</a:t>
            </a:r>
            <a:r>
              <a:rPr lang="en-US" sz="1000" dirty="0" err="1" smtClean="0">
                <a:latin typeface="Lucida Console" panose="020B0609040504020204" pitchFamily="49" charset="0"/>
              </a:rPr>
              <a:t>vtHdCandidate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bestDist</a:t>
            </a:r>
            <a:r>
              <a:rPr lang="en-US" sz="1000" dirty="0" smtClean="0">
                <a:latin typeface="Lucida Console" panose="020B0609040504020204" pitchFamily="49" charset="0"/>
              </a:rPr>
              <a:t>=</a:t>
            </a:r>
            <a:r>
              <a:rPr lang="en-US" sz="1000" dirty="0" err="1" smtClean="0">
                <a:latin typeface="Lucida Console" panose="020B0609040504020204" pitchFamily="49" charset="0"/>
              </a:rPr>
              <a:t>candidateDist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if(</a:t>
            </a:r>
            <a:r>
              <a:rPr lang="en-US" sz="1000" dirty="0" err="1" smtClean="0">
                <a:latin typeface="Lucida Console" panose="020B0609040504020204" pitchFamily="49" charset="0"/>
              </a:rPr>
              <a:t>nullptr</a:t>
            </a:r>
            <a:r>
              <a:rPr lang="en-US" sz="1000" dirty="0">
                <a:latin typeface="Lucida Console" panose="020B0609040504020204" pitchFamily="49" charset="0"/>
              </a:rPr>
              <a:t>==</a:t>
            </a:r>
            <a:r>
              <a:rPr lang="en-US" sz="1000" dirty="0" err="1">
                <a:latin typeface="Lucida Console" panose="020B0609040504020204" pitchFamily="49" charset="0"/>
              </a:rPr>
              <a:t>nextVtHd</a:t>
            </a:r>
            <a:r>
              <a:rPr lang="en-US" sz="1000" dirty="0">
                <a:latin typeface="Lucida Console" panose="020B0609040504020204" pitchFamily="49" charset="0"/>
              </a:rPr>
              <a:t>)  // Failed.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path.clear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return </a:t>
            </a:r>
            <a:r>
              <a:rPr lang="en-US" sz="1000" dirty="0">
                <a:latin typeface="Lucida Console" panose="020B0609040504020204" pitchFamily="49" charset="0"/>
              </a:rPr>
              <a:t>path;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path.push_back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nextVtHd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vtHd</a:t>
            </a:r>
            <a:r>
              <a:rPr lang="en-US" sz="1000" dirty="0" smtClean="0">
                <a:latin typeface="Lucida Console" panose="020B0609040504020204" pitchFamily="49" charset="0"/>
              </a:rPr>
              <a:t>=</a:t>
            </a:r>
            <a:r>
              <a:rPr lang="en-US" sz="1000" dirty="0" err="1" smtClean="0">
                <a:latin typeface="Lucida Console" panose="020B0609040504020204" pitchFamily="49" charset="0"/>
              </a:rPr>
              <a:t>nextVtHd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dist</a:t>
            </a:r>
            <a:r>
              <a:rPr lang="en-US" sz="1000" dirty="0" smtClean="0">
                <a:latin typeface="Lucida Console" panose="020B0609040504020204" pitchFamily="49" charset="0"/>
              </a:rPr>
              <a:t>=</a:t>
            </a:r>
            <a:r>
              <a:rPr lang="en-US" sz="1000" dirty="0" err="1" smtClean="0">
                <a:latin typeface="Lucida Console" panose="020B0609040504020204" pitchFamily="49" charset="0"/>
              </a:rPr>
              <a:t>bestDist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return </a:t>
            </a:r>
            <a:r>
              <a:rPr lang="en-US" sz="1000" dirty="0">
                <a:latin typeface="Lucida Console" panose="020B0609040504020204" pitchFamily="49" charset="0"/>
              </a:rPr>
              <a:t>path;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60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Flood Fill in a Mesh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Recall 2D version.</a:t>
            </a: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2667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2895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3124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895" name="Rectangle 6"/>
          <p:cNvSpPr>
            <a:spLocks noChangeArrowheads="1"/>
          </p:cNvSpPr>
          <p:nvPr/>
        </p:nvSpPr>
        <p:spPr bwMode="auto">
          <a:xfrm>
            <a:off x="3352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896" name="Rectangle 7"/>
          <p:cNvSpPr>
            <a:spLocks noChangeArrowheads="1"/>
          </p:cNvSpPr>
          <p:nvPr/>
        </p:nvSpPr>
        <p:spPr bwMode="auto">
          <a:xfrm>
            <a:off x="3581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897" name="Rectangle 8"/>
          <p:cNvSpPr>
            <a:spLocks noChangeArrowheads="1"/>
          </p:cNvSpPr>
          <p:nvPr/>
        </p:nvSpPr>
        <p:spPr bwMode="auto">
          <a:xfrm>
            <a:off x="3810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898" name="Rectangle 9"/>
          <p:cNvSpPr>
            <a:spLocks noChangeArrowheads="1"/>
          </p:cNvSpPr>
          <p:nvPr/>
        </p:nvSpPr>
        <p:spPr bwMode="auto">
          <a:xfrm>
            <a:off x="4038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899" name="Rectangle 10"/>
          <p:cNvSpPr>
            <a:spLocks noChangeArrowheads="1"/>
          </p:cNvSpPr>
          <p:nvPr/>
        </p:nvSpPr>
        <p:spPr bwMode="auto">
          <a:xfrm>
            <a:off x="4267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0" name="Rectangle 11"/>
          <p:cNvSpPr>
            <a:spLocks noChangeArrowheads="1"/>
          </p:cNvSpPr>
          <p:nvPr/>
        </p:nvSpPr>
        <p:spPr bwMode="auto">
          <a:xfrm>
            <a:off x="4495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1" name="Rectangle 12"/>
          <p:cNvSpPr>
            <a:spLocks noChangeArrowheads="1"/>
          </p:cNvSpPr>
          <p:nvPr/>
        </p:nvSpPr>
        <p:spPr bwMode="auto">
          <a:xfrm>
            <a:off x="4724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2" name="Rectangle 13"/>
          <p:cNvSpPr>
            <a:spLocks noChangeArrowheads="1"/>
          </p:cNvSpPr>
          <p:nvPr/>
        </p:nvSpPr>
        <p:spPr bwMode="auto">
          <a:xfrm>
            <a:off x="4953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3" name="Rectangle 14"/>
          <p:cNvSpPr>
            <a:spLocks noChangeArrowheads="1"/>
          </p:cNvSpPr>
          <p:nvPr/>
        </p:nvSpPr>
        <p:spPr bwMode="auto">
          <a:xfrm>
            <a:off x="5181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4" name="Rectangle 15"/>
          <p:cNvSpPr>
            <a:spLocks noChangeArrowheads="1"/>
          </p:cNvSpPr>
          <p:nvPr/>
        </p:nvSpPr>
        <p:spPr bwMode="auto">
          <a:xfrm>
            <a:off x="5410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5" name="Rectangle 16"/>
          <p:cNvSpPr>
            <a:spLocks noChangeArrowheads="1"/>
          </p:cNvSpPr>
          <p:nvPr/>
        </p:nvSpPr>
        <p:spPr bwMode="auto">
          <a:xfrm>
            <a:off x="5638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6" name="Rectangle 17"/>
          <p:cNvSpPr>
            <a:spLocks noChangeArrowheads="1"/>
          </p:cNvSpPr>
          <p:nvPr/>
        </p:nvSpPr>
        <p:spPr bwMode="auto">
          <a:xfrm>
            <a:off x="5867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7" name="Rectangle 18"/>
          <p:cNvSpPr>
            <a:spLocks noChangeArrowheads="1"/>
          </p:cNvSpPr>
          <p:nvPr/>
        </p:nvSpPr>
        <p:spPr bwMode="auto">
          <a:xfrm>
            <a:off x="6096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8" name="Rectangle 19"/>
          <p:cNvSpPr>
            <a:spLocks noChangeArrowheads="1"/>
          </p:cNvSpPr>
          <p:nvPr/>
        </p:nvSpPr>
        <p:spPr bwMode="auto">
          <a:xfrm>
            <a:off x="2667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09" name="Rectangle 20"/>
          <p:cNvSpPr>
            <a:spLocks noChangeArrowheads="1"/>
          </p:cNvSpPr>
          <p:nvPr/>
        </p:nvSpPr>
        <p:spPr bwMode="auto">
          <a:xfrm>
            <a:off x="2895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0" name="Rectangle 21"/>
          <p:cNvSpPr>
            <a:spLocks noChangeArrowheads="1"/>
          </p:cNvSpPr>
          <p:nvPr/>
        </p:nvSpPr>
        <p:spPr bwMode="auto">
          <a:xfrm>
            <a:off x="3124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1" name="Rectangle 22"/>
          <p:cNvSpPr>
            <a:spLocks noChangeArrowheads="1"/>
          </p:cNvSpPr>
          <p:nvPr/>
        </p:nvSpPr>
        <p:spPr bwMode="auto">
          <a:xfrm>
            <a:off x="3352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2" name="Rectangle 23"/>
          <p:cNvSpPr>
            <a:spLocks noChangeArrowheads="1"/>
          </p:cNvSpPr>
          <p:nvPr/>
        </p:nvSpPr>
        <p:spPr bwMode="auto">
          <a:xfrm>
            <a:off x="3581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3" name="Rectangle 24"/>
          <p:cNvSpPr>
            <a:spLocks noChangeArrowheads="1"/>
          </p:cNvSpPr>
          <p:nvPr/>
        </p:nvSpPr>
        <p:spPr bwMode="auto">
          <a:xfrm>
            <a:off x="3810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4" name="Rectangle 25"/>
          <p:cNvSpPr>
            <a:spLocks noChangeArrowheads="1"/>
          </p:cNvSpPr>
          <p:nvPr/>
        </p:nvSpPr>
        <p:spPr bwMode="auto">
          <a:xfrm>
            <a:off x="4038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5" name="Rectangle 26"/>
          <p:cNvSpPr>
            <a:spLocks noChangeArrowheads="1"/>
          </p:cNvSpPr>
          <p:nvPr/>
        </p:nvSpPr>
        <p:spPr bwMode="auto">
          <a:xfrm>
            <a:off x="4267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6" name="Rectangle 27"/>
          <p:cNvSpPr>
            <a:spLocks noChangeArrowheads="1"/>
          </p:cNvSpPr>
          <p:nvPr/>
        </p:nvSpPr>
        <p:spPr bwMode="auto">
          <a:xfrm>
            <a:off x="4495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7" name="Rectangle 28"/>
          <p:cNvSpPr>
            <a:spLocks noChangeArrowheads="1"/>
          </p:cNvSpPr>
          <p:nvPr/>
        </p:nvSpPr>
        <p:spPr bwMode="auto">
          <a:xfrm>
            <a:off x="4724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8" name="Rectangle 29"/>
          <p:cNvSpPr>
            <a:spLocks noChangeArrowheads="1"/>
          </p:cNvSpPr>
          <p:nvPr/>
        </p:nvSpPr>
        <p:spPr bwMode="auto">
          <a:xfrm>
            <a:off x="4953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19" name="Rectangle 30"/>
          <p:cNvSpPr>
            <a:spLocks noChangeArrowheads="1"/>
          </p:cNvSpPr>
          <p:nvPr/>
        </p:nvSpPr>
        <p:spPr bwMode="auto">
          <a:xfrm>
            <a:off x="5181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0" name="Rectangle 31"/>
          <p:cNvSpPr>
            <a:spLocks noChangeArrowheads="1"/>
          </p:cNvSpPr>
          <p:nvPr/>
        </p:nvSpPr>
        <p:spPr bwMode="auto">
          <a:xfrm>
            <a:off x="5410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1" name="Rectangle 32"/>
          <p:cNvSpPr>
            <a:spLocks noChangeArrowheads="1"/>
          </p:cNvSpPr>
          <p:nvPr/>
        </p:nvSpPr>
        <p:spPr bwMode="auto">
          <a:xfrm>
            <a:off x="5638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2" name="Rectangle 33"/>
          <p:cNvSpPr>
            <a:spLocks noChangeArrowheads="1"/>
          </p:cNvSpPr>
          <p:nvPr/>
        </p:nvSpPr>
        <p:spPr bwMode="auto">
          <a:xfrm>
            <a:off x="5867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3" name="Rectangle 34"/>
          <p:cNvSpPr>
            <a:spLocks noChangeArrowheads="1"/>
          </p:cNvSpPr>
          <p:nvPr/>
        </p:nvSpPr>
        <p:spPr bwMode="auto">
          <a:xfrm>
            <a:off x="6096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4" name="Rectangle 35"/>
          <p:cNvSpPr>
            <a:spLocks noChangeArrowheads="1"/>
          </p:cNvSpPr>
          <p:nvPr/>
        </p:nvSpPr>
        <p:spPr bwMode="auto">
          <a:xfrm>
            <a:off x="2667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5" name="Rectangle 36"/>
          <p:cNvSpPr>
            <a:spLocks noChangeArrowheads="1"/>
          </p:cNvSpPr>
          <p:nvPr/>
        </p:nvSpPr>
        <p:spPr bwMode="auto">
          <a:xfrm>
            <a:off x="2895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6" name="Rectangle 37"/>
          <p:cNvSpPr>
            <a:spLocks noChangeArrowheads="1"/>
          </p:cNvSpPr>
          <p:nvPr/>
        </p:nvSpPr>
        <p:spPr bwMode="auto">
          <a:xfrm>
            <a:off x="3124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7" name="Rectangle 38"/>
          <p:cNvSpPr>
            <a:spLocks noChangeArrowheads="1"/>
          </p:cNvSpPr>
          <p:nvPr/>
        </p:nvSpPr>
        <p:spPr bwMode="auto">
          <a:xfrm>
            <a:off x="3352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8" name="Rectangle 39"/>
          <p:cNvSpPr>
            <a:spLocks noChangeArrowheads="1"/>
          </p:cNvSpPr>
          <p:nvPr/>
        </p:nvSpPr>
        <p:spPr bwMode="auto">
          <a:xfrm>
            <a:off x="3581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29" name="Rectangle 40"/>
          <p:cNvSpPr>
            <a:spLocks noChangeArrowheads="1"/>
          </p:cNvSpPr>
          <p:nvPr/>
        </p:nvSpPr>
        <p:spPr bwMode="auto">
          <a:xfrm>
            <a:off x="3810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0" name="Rectangle 41"/>
          <p:cNvSpPr>
            <a:spLocks noChangeArrowheads="1"/>
          </p:cNvSpPr>
          <p:nvPr/>
        </p:nvSpPr>
        <p:spPr bwMode="auto">
          <a:xfrm>
            <a:off x="4038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1" name="Rectangle 42"/>
          <p:cNvSpPr>
            <a:spLocks noChangeArrowheads="1"/>
          </p:cNvSpPr>
          <p:nvPr/>
        </p:nvSpPr>
        <p:spPr bwMode="auto">
          <a:xfrm>
            <a:off x="4267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2" name="Rectangle 43"/>
          <p:cNvSpPr>
            <a:spLocks noChangeArrowheads="1"/>
          </p:cNvSpPr>
          <p:nvPr/>
        </p:nvSpPr>
        <p:spPr bwMode="auto">
          <a:xfrm>
            <a:off x="4495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3" name="Rectangle 44"/>
          <p:cNvSpPr>
            <a:spLocks noChangeArrowheads="1"/>
          </p:cNvSpPr>
          <p:nvPr/>
        </p:nvSpPr>
        <p:spPr bwMode="auto">
          <a:xfrm>
            <a:off x="4724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4" name="Rectangle 45"/>
          <p:cNvSpPr>
            <a:spLocks noChangeArrowheads="1"/>
          </p:cNvSpPr>
          <p:nvPr/>
        </p:nvSpPr>
        <p:spPr bwMode="auto">
          <a:xfrm>
            <a:off x="4953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5" name="Rectangle 46"/>
          <p:cNvSpPr>
            <a:spLocks noChangeArrowheads="1"/>
          </p:cNvSpPr>
          <p:nvPr/>
        </p:nvSpPr>
        <p:spPr bwMode="auto">
          <a:xfrm>
            <a:off x="5181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6" name="Rectangle 47"/>
          <p:cNvSpPr>
            <a:spLocks noChangeArrowheads="1"/>
          </p:cNvSpPr>
          <p:nvPr/>
        </p:nvSpPr>
        <p:spPr bwMode="auto">
          <a:xfrm>
            <a:off x="5410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7" name="Rectangle 48"/>
          <p:cNvSpPr>
            <a:spLocks noChangeArrowheads="1"/>
          </p:cNvSpPr>
          <p:nvPr/>
        </p:nvSpPr>
        <p:spPr bwMode="auto">
          <a:xfrm>
            <a:off x="5638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8" name="Rectangle 49"/>
          <p:cNvSpPr>
            <a:spLocks noChangeArrowheads="1"/>
          </p:cNvSpPr>
          <p:nvPr/>
        </p:nvSpPr>
        <p:spPr bwMode="auto">
          <a:xfrm>
            <a:off x="5867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39" name="Rectangle 50"/>
          <p:cNvSpPr>
            <a:spLocks noChangeArrowheads="1"/>
          </p:cNvSpPr>
          <p:nvPr/>
        </p:nvSpPr>
        <p:spPr bwMode="auto">
          <a:xfrm>
            <a:off x="6096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0" name="Rectangle 51"/>
          <p:cNvSpPr>
            <a:spLocks noChangeArrowheads="1"/>
          </p:cNvSpPr>
          <p:nvPr/>
        </p:nvSpPr>
        <p:spPr bwMode="auto">
          <a:xfrm>
            <a:off x="2667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1" name="Rectangle 52"/>
          <p:cNvSpPr>
            <a:spLocks noChangeArrowheads="1"/>
          </p:cNvSpPr>
          <p:nvPr/>
        </p:nvSpPr>
        <p:spPr bwMode="auto">
          <a:xfrm>
            <a:off x="2895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2" name="Rectangle 53"/>
          <p:cNvSpPr>
            <a:spLocks noChangeArrowheads="1"/>
          </p:cNvSpPr>
          <p:nvPr/>
        </p:nvSpPr>
        <p:spPr bwMode="auto">
          <a:xfrm>
            <a:off x="3124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3" name="Rectangle 54"/>
          <p:cNvSpPr>
            <a:spLocks noChangeArrowheads="1"/>
          </p:cNvSpPr>
          <p:nvPr/>
        </p:nvSpPr>
        <p:spPr bwMode="auto">
          <a:xfrm>
            <a:off x="3352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4" name="Rectangle 55"/>
          <p:cNvSpPr>
            <a:spLocks noChangeArrowheads="1"/>
          </p:cNvSpPr>
          <p:nvPr/>
        </p:nvSpPr>
        <p:spPr bwMode="auto">
          <a:xfrm>
            <a:off x="3581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5" name="Rectangle 56"/>
          <p:cNvSpPr>
            <a:spLocks noChangeArrowheads="1"/>
          </p:cNvSpPr>
          <p:nvPr/>
        </p:nvSpPr>
        <p:spPr bwMode="auto">
          <a:xfrm>
            <a:off x="3810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6" name="Rectangle 57"/>
          <p:cNvSpPr>
            <a:spLocks noChangeArrowheads="1"/>
          </p:cNvSpPr>
          <p:nvPr/>
        </p:nvSpPr>
        <p:spPr bwMode="auto">
          <a:xfrm>
            <a:off x="4038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7" name="Rectangle 58"/>
          <p:cNvSpPr>
            <a:spLocks noChangeArrowheads="1"/>
          </p:cNvSpPr>
          <p:nvPr/>
        </p:nvSpPr>
        <p:spPr bwMode="auto">
          <a:xfrm>
            <a:off x="4267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8" name="Rectangle 59"/>
          <p:cNvSpPr>
            <a:spLocks noChangeArrowheads="1"/>
          </p:cNvSpPr>
          <p:nvPr/>
        </p:nvSpPr>
        <p:spPr bwMode="auto">
          <a:xfrm>
            <a:off x="4495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49" name="Rectangle 60"/>
          <p:cNvSpPr>
            <a:spLocks noChangeArrowheads="1"/>
          </p:cNvSpPr>
          <p:nvPr/>
        </p:nvSpPr>
        <p:spPr bwMode="auto">
          <a:xfrm>
            <a:off x="4724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0" name="Rectangle 61"/>
          <p:cNvSpPr>
            <a:spLocks noChangeArrowheads="1"/>
          </p:cNvSpPr>
          <p:nvPr/>
        </p:nvSpPr>
        <p:spPr bwMode="auto">
          <a:xfrm>
            <a:off x="4953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1" name="Rectangle 62"/>
          <p:cNvSpPr>
            <a:spLocks noChangeArrowheads="1"/>
          </p:cNvSpPr>
          <p:nvPr/>
        </p:nvSpPr>
        <p:spPr bwMode="auto">
          <a:xfrm>
            <a:off x="5181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2" name="Rectangle 63"/>
          <p:cNvSpPr>
            <a:spLocks noChangeArrowheads="1"/>
          </p:cNvSpPr>
          <p:nvPr/>
        </p:nvSpPr>
        <p:spPr bwMode="auto">
          <a:xfrm>
            <a:off x="5410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3" name="Rectangle 64"/>
          <p:cNvSpPr>
            <a:spLocks noChangeArrowheads="1"/>
          </p:cNvSpPr>
          <p:nvPr/>
        </p:nvSpPr>
        <p:spPr bwMode="auto">
          <a:xfrm>
            <a:off x="5638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4" name="Rectangle 65"/>
          <p:cNvSpPr>
            <a:spLocks noChangeArrowheads="1"/>
          </p:cNvSpPr>
          <p:nvPr/>
        </p:nvSpPr>
        <p:spPr bwMode="auto">
          <a:xfrm>
            <a:off x="5867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5" name="Rectangle 66"/>
          <p:cNvSpPr>
            <a:spLocks noChangeArrowheads="1"/>
          </p:cNvSpPr>
          <p:nvPr/>
        </p:nvSpPr>
        <p:spPr bwMode="auto">
          <a:xfrm>
            <a:off x="6096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6" name="Rectangle 67"/>
          <p:cNvSpPr>
            <a:spLocks noChangeArrowheads="1"/>
          </p:cNvSpPr>
          <p:nvPr/>
        </p:nvSpPr>
        <p:spPr bwMode="auto">
          <a:xfrm>
            <a:off x="2667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7" name="Rectangle 68"/>
          <p:cNvSpPr>
            <a:spLocks noChangeArrowheads="1"/>
          </p:cNvSpPr>
          <p:nvPr/>
        </p:nvSpPr>
        <p:spPr bwMode="auto">
          <a:xfrm>
            <a:off x="2895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8" name="Rectangle 69"/>
          <p:cNvSpPr>
            <a:spLocks noChangeArrowheads="1"/>
          </p:cNvSpPr>
          <p:nvPr/>
        </p:nvSpPr>
        <p:spPr bwMode="auto">
          <a:xfrm>
            <a:off x="3124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59" name="Rectangle 70"/>
          <p:cNvSpPr>
            <a:spLocks noChangeArrowheads="1"/>
          </p:cNvSpPr>
          <p:nvPr/>
        </p:nvSpPr>
        <p:spPr bwMode="auto">
          <a:xfrm>
            <a:off x="3352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0" name="Rectangle 71"/>
          <p:cNvSpPr>
            <a:spLocks noChangeArrowheads="1"/>
          </p:cNvSpPr>
          <p:nvPr/>
        </p:nvSpPr>
        <p:spPr bwMode="auto">
          <a:xfrm>
            <a:off x="3581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1" name="Rectangle 72"/>
          <p:cNvSpPr>
            <a:spLocks noChangeArrowheads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2" name="Rectangle 73"/>
          <p:cNvSpPr>
            <a:spLocks noChangeArrowheads="1"/>
          </p:cNvSpPr>
          <p:nvPr/>
        </p:nvSpPr>
        <p:spPr bwMode="auto">
          <a:xfrm>
            <a:off x="4038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3" name="Rectangle 74"/>
          <p:cNvSpPr>
            <a:spLocks noChangeArrowheads="1"/>
          </p:cNvSpPr>
          <p:nvPr/>
        </p:nvSpPr>
        <p:spPr bwMode="auto">
          <a:xfrm>
            <a:off x="4267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4" name="Rectangle 75"/>
          <p:cNvSpPr>
            <a:spLocks noChangeArrowheads="1"/>
          </p:cNvSpPr>
          <p:nvPr/>
        </p:nvSpPr>
        <p:spPr bwMode="auto">
          <a:xfrm>
            <a:off x="44958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5" name="Rectangle 76"/>
          <p:cNvSpPr>
            <a:spLocks noChangeArrowheads="1"/>
          </p:cNvSpPr>
          <p:nvPr/>
        </p:nvSpPr>
        <p:spPr bwMode="auto">
          <a:xfrm>
            <a:off x="47244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6" name="Rectangle 77"/>
          <p:cNvSpPr>
            <a:spLocks noChangeArrowheads="1"/>
          </p:cNvSpPr>
          <p:nvPr/>
        </p:nvSpPr>
        <p:spPr bwMode="auto">
          <a:xfrm>
            <a:off x="4953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7" name="Rectangle 78"/>
          <p:cNvSpPr>
            <a:spLocks noChangeArrowheads="1"/>
          </p:cNvSpPr>
          <p:nvPr/>
        </p:nvSpPr>
        <p:spPr bwMode="auto">
          <a:xfrm>
            <a:off x="5181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8" name="Rectangle 79"/>
          <p:cNvSpPr>
            <a:spLocks noChangeArrowheads="1"/>
          </p:cNvSpPr>
          <p:nvPr/>
        </p:nvSpPr>
        <p:spPr bwMode="auto">
          <a:xfrm>
            <a:off x="5410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69" name="Rectangle 80"/>
          <p:cNvSpPr>
            <a:spLocks noChangeArrowheads="1"/>
          </p:cNvSpPr>
          <p:nvPr/>
        </p:nvSpPr>
        <p:spPr bwMode="auto">
          <a:xfrm>
            <a:off x="5638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0" name="Rectangle 81"/>
          <p:cNvSpPr>
            <a:spLocks noChangeArrowheads="1"/>
          </p:cNvSpPr>
          <p:nvPr/>
        </p:nvSpPr>
        <p:spPr bwMode="auto">
          <a:xfrm>
            <a:off x="5867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1" name="Rectangle 82"/>
          <p:cNvSpPr>
            <a:spLocks noChangeArrowheads="1"/>
          </p:cNvSpPr>
          <p:nvPr/>
        </p:nvSpPr>
        <p:spPr bwMode="auto">
          <a:xfrm>
            <a:off x="6096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2" name="Rectangle 83"/>
          <p:cNvSpPr>
            <a:spLocks noChangeArrowheads="1"/>
          </p:cNvSpPr>
          <p:nvPr/>
        </p:nvSpPr>
        <p:spPr bwMode="auto">
          <a:xfrm>
            <a:off x="2667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3" name="Rectangle 84"/>
          <p:cNvSpPr>
            <a:spLocks noChangeArrowheads="1"/>
          </p:cNvSpPr>
          <p:nvPr/>
        </p:nvSpPr>
        <p:spPr bwMode="auto">
          <a:xfrm>
            <a:off x="2895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4" name="Rectangle 85"/>
          <p:cNvSpPr>
            <a:spLocks noChangeArrowheads="1"/>
          </p:cNvSpPr>
          <p:nvPr/>
        </p:nvSpPr>
        <p:spPr bwMode="auto">
          <a:xfrm>
            <a:off x="3124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5" name="Rectangle 86"/>
          <p:cNvSpPr>
            <a:spLocks noChangeArrowheads="1"/>
          </p:cNvSpPr>
          <p:nvPr/>
        </p:nvSpPr>
        <p:spPr bwMode="auto">
          <a:xfrm>
            <a:off x="3352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6" name="Rectangle 87"/>
          <p:cNvSpPr>
            <a:spLocks noChangeArrowheads="1"/>
          </p:cNvSpPr>
          <p:nvPr/>
        </p:nvSpPr>
        <p:spPr bwMode="auto">
          <a:xfrm>
            <a:off x="3581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7" name="Rectangle 88"/>
          <p:cNvSpPr>
            <a:spLocks noChangeArrowheads="1"/>
          </p:cNvSpPr>
          <p:nvPr/>
        </p:nvSpPr>
        <p:spPr bwMode="auto">
          <a:xfrm>
            <a:off x="3810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8" name="Rectangle 89"/>
          <p:cNvSpPr>
            <a:spLocks noChangeArrowheads="1"/>
          </p:cNvSpPr>
          <p:nvPr/>
        </p:nvSpPr>
        <p:spPr bwMode="auto">
          <a:xfrm>
            <a:off x="40386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79" name="Rectangle 90"/>
          <p:cNvSpPr>
            <a:spLocks noChangeArrowheads="1"/>
          </p:cNvSpPr>
          <p:nvPr/>
        </p:nvSpPr>
        <p:spPr bwMode="auto">
          <a:xfrm>
            <a:off x="42672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0" name="Rectangle 91"/>
          <p:cNvSpPr>
            <a:spLocks noChangeArrowheads="1"/>
          </p:cNvSpPr>
          <p:nvPr/>
        </p:nvSpPr>
        <p:spPr bwMode="auto">
          <a:xfrm>
            <a:off x="4495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1" name="Rectangle 92"/>
          <p:cNvSpPr>
            <a:spLocks noChangeArrowheads="1"/>
          </p:cNvSpPr>
          <p:nvPr/>
        </p:nvSpPr>
        <p:spPr bwMode="auto">
          <a:xfrm>
            <a:off x="4724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2" name="Rectangle 93"/>
          <p:cNvSpPr>
            <a:spLocks noChangeArrowheads="1"/>
          </p:cNvSpPr>
          <p:nvPr/>
        </p:nvSpPr>
        <p:spPr bwMode="auto">
          <a:xfrm>
            <a:off x="49530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3" name="Rectangle 94"/>
          <p:cNvSpPr>
            <a:spLocks noChangeArrowheads="1"/>
          </p:cNvSpPr>
          <p:nvPr/>
        </p:nvSpPr>
        <p:spPr bwMode="auto">
          <a:xfrm>
            <a:off x="5181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4" name="Rectangle 95"/>
          <p:cNvSpPr>
            <a:spLocks noChangeArrowheads="1"/>
          </p:cNvSpPr>
          <p:nvPr/>
        </p:nvSpPr>
        <p:spPr bwMode="auto">
          <a:xfrm>
            <a:off x="5410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5" name="Rectangle 96"/>
          <p:cNvSpPr>
            <a:spLocks noChangeArrowheads="1"/>
          </p:cNvSpPr>
          <p:nvPr/>
        </p:nvSpPr>
        <p:spPr bwMode="auto">
          <a:xfrm>
            <a:off x="5638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6" name="Rectangle 97"/>
          <p:cNvSpPr>
            <a:spLocks noChangeArrowheads="1"/>
          </p:cNvSpPr>
          <p:nvPr/>
        </p:nvSpPr>
        <p:spPr bwMode="auto">
          <a:xfrm>
            <a:off x="5867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7" name="Rectangle 98"/>
          <p:cNvSpPr>
            <a:spLocks noChangeArrowheads="1"/>
          </p:cNvSpPr>
          <p:nvPr/>
        </p:nvSpPr>
        <p:spPr bwMode="auto">
          <a:xfrm>
            <a:off x="6096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8" name="Rectangle 99"/>
          <p:cNvSpPr>
            <a:spLocks noChangeArrowheads="1"/>
          </p:cNvSpPr>
          <p:nvPr/>
        </p:nvSpPr>
        <p:spPr bwMode="auto">
          <a:xfrm>
            <a:off x="2667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89" name="Rectangle 100"/>
          <p:cNvSpPr>
            <a:spLocks noChangeArrowheads="1"/>
          </p:cNvSpPr>
          <p:nvPr/>
        </p:nvSpPr>
        <p:spPr bwMode="auto">
          <a:xfrm>
            <a:off x="28956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0" name="Rectangle 101"/>
          <p:cNvSpPr>
            <a:spLocks noChangeArrowheads="1"/>
          </p:cNvSpPr>
          <p:nvPr/>
        </p:nvSpPr>
        <p:spPr bwMode="auto">
          <a:xfrm>
            <a:off x="3124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1" name="Rectangle 102"/>
          <p:cNvSpPr>
            <a:spLocks noChangeArrowheads="1"/>
          </p:cNvSpPr>
          <p:nvPr/>
        </p:nvSpPr>
        <p:spPr bwMode="auto">
          <a:xfrm>
            <a:off x="3352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2" name="Rectangle 103"/>
          <p:cNvSpPr>
            <a:spLocks noChangeArrowheads="1"/>
          </p:cNvSpPr>
          <p:nvPr/>
        </p:nvSpPr>
        <p:spPr bwMode="auto">
          <a:xfrm>
            <a:off x="3581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3" name="Rectangle 104"/>
          <p:cNvSpPr>
            <a:spLocks noChangeArrowheads="1"/>
          </p:cNvSpPr>
          <p:nvPr/>
        </p:nvSpPr>
        <p:spPr bwMode="auto">
          <a:xfrm>
            <a:off x="38100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4" name="Rectangle 105"/>
          <p:cNvSpPr>
            <a:spLocks noChangeArrowheads="1"/>
          </p:cNvSpPr>
          <p:nvPr/>
        </p:nvSpPr>
        <p:spPr bwMode="auto">
          <a:xfrm>
            <a:off x="40386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5" name="Rectangle 106"/>
          <p:cNvSpPr>
            <a:spLocks noChangeArrowheads="1"/>
          </p:cNvSpPr>
          <p:nvPr/>
        </p:nvSpPr>
        <p:spPr bwMode="auto">
          <a:xfrm>
            <a:off x="4267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6" name="Rectangle 107"/>
          <p:cNvSpPr>
            <a:spLocks noChangeArrowheads="1"/>
          </p:cNvSpPr>
          <p:nvPr/>
        </p:nvSpPr>
        <p:spPr bwMode="auto">
          <a:xfrm>
            <a:off x="4495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7" name="Rectangle 108"/>
          <p:cNvSpPr>
            <a:spLocks noChangeArrowheads="1"/>
          </p:cNvSpPr>
          <p:nvPr/>
        </p:nvSpPr>
        <p:spPr bwMode="auto">
          <a:xfrm>
            <a:off x="4724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8" name="Rectangle 109"/>
          <p:cNvSpPr>
            <a:spLocks noChangeArrowheads="1"/>
          </p:cNvSpPr>
          <p:nvPr/>
        </p:nvSpPr>
        <p:spPr bwMode="auto">
          <a:xfrm>
            <a:off x="4953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7999" name="Rectangle 110"/>
          <p:cNvSpPr>
            <a:spLocks noChangeArrowheads="1"/>
          </p:cNvSpPr>
          <p:nvPr/>
        </p:nvSpPr>
        <p:spPr bwMode="auto">
          <a:xfrm>
            <a:off x="51816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0" name="Rectangle 111"/>
          <p:cNvSpPr>
            <a:spLocks noChangeArrowheads="1"/>
          </p:cNvSpPr>
          <p:nvPr/>
        </p:nvSpPr>
        <p:spPr bwMode="auto">
          <a:xfrm>
            <a:off x="5410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1" name="Rectangle 112"/>
          <p:cNvSpPr>
            <a:spLocks noChangeArrowheads="1"/>
          </p:cNvSpPr>
          <p:nvPr/>
        </p:nvSpPr>
        <p:spPr bwMode="auto">
          <a:xfrm>
            <a:off x="5638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2" name="Rectangle 113"/>
          <p:cNvSpPr>
            <a:spLocks noChangeArrowheads="1"/>
          </p:cNvSpPr>
          <p:nvPr/>
        </p:nvSpPr>
        <p:spPr bwMode="auto">
          <a:xfrm>
            <a:off x="5867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3" name="Rectangle 114"/>
          <p:cNvSpPr>
            <a:spLocks noChangeArrowheads="1"/>
          </p:cNvSpPr>
          <p:nvPr/>
        </p:nvSpPr>
        <p:spPr bwMode="auto">
          <a:xfrm>
            <a:off x="6096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4" name="Rectangle 115"/>
          <p:cNvSpPr>
            <a:spLocks noChangeArrowheads="1"/>
          </p:cNvSpPr>
          <p:nvPr/>
        </p:nvSpPr>
        <p:spPr bwMode="auto">
          <a:xfrm>
            <a:off x="2667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5" name="Rectangle 116"/>
          <p:cNvSpPr>
            <a:spLocks noChangeArrowheads="1"/>
          </p:cNvSpPr>
          <p:nvPr/>
        </p:nvSpPr>
        <p:spPr bwMode="auto">
          <a:xfrm>
            <a:off x="28956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6" name="Rectangle 117"/>
          <p:cNvSpPr>
            <a:spLocks noChangeArrowheads="1"/>
          </p:cNvSpPr>
          <p:nvPr/>
        </p:nvSpPr>
        <p:spPr bwMode="auto">
          <a:xfrm>
            <a:off x="3124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7" name="Rectangle 118"/>
          <p:cNvSpPr>
            <a:spLocks noChangeArrowheads="1"/>
          </p:cNvSpPr>
          <p:nvPr/>
        </p:nvSpPr>
        <p:spPr bwMode="auto">
          <a:xfrm>
            <a:off x="3352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8" name="Rectangle 119"/>
          <p:cNvSpPr>
            <a:spLocks noChangeArrowheads="1"/>
          </p:cNvSpPr>
          <p:nvPr/>
        </p:nvSpPr>
        <p:spPr bwMode="auto">
          <a:xfrm>
            <a:off x="3581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09" name="Rectangle 120"/>
          <p:cNvSpPr>
            <a:spLocks noChangeArrowheads="1"/>
          </p:cNvSpPr>
          <p:nvPr/>
        </p:nvSpPr>
        <p:spPr bwMode="auto">
          <a:xfrm>
            <a:off x="38100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0" name="Rectangle 121"/>
          <p:cNvSpPr>
            <a:spLocks noChangeArrowheads="1"/>
          </p:cNvSpPr>
          <p:nvPr/>
        </p:nvSpPr>
        <p:spPr bwMode="auto">
          <a:xfrm>
            <a:off x="40386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1" name="Rectangle 122"/>
          <p:cNvSpPr>
            <a:spLocks noChangeArrowheads="1"/>
          </p:cNvSpPr>
          <p:nvPr/>
        </p:nvSpPr>
        <p:spPr bwMode="auto">
          <a:xfrm>
            <a:off x="4267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2" name="Rectangle 123"/>
          <p:cNvSpPr>
            <a:spLocks noChangeArrowheads="1"/>
          </p:cNvSpPr>
          <p:nvPr/>
        </p:nvSpPr>
        <p:spPr bwMode="auto">
          <a:xfrm>
            <a:off x="4495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3" name="Rectangle 124"/>
          <p:cNvSpPr>
            <a:spLocks noChangeArrowheads="1"/>
          </p:cNvSpPr>
          <p:nvPr/>
        </p:nvSpPr>
        <p:spPr bwMode="auto">
          <a:xfrm>
            <a:off x="4724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4" name="Rectangle 125"/>
          <p:cNvSpPr>
            <a:spLocks noChangeArrowheads="1"/>
          </p:cNvSpPr>
          <p:nvPr/>
        </p:nvSpPr>
        <p:spPr bwMode="auto">
          <a:xfrm>
            <a:off x="4953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5" name="Rectangle 126"/>
          <p:cNvSpPr>
            <a:spLocks noChangeArrowheads="1"/>
          </p:cNvSpPr>
          <p:nvPr/>
        </p:nvSpPr>
        <p:spPr bwMode="auto">
          <a:xfrm>
            <a:off x="51816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6" name="Rectangle 127"/>
          <p:cNvSpPr>
            <a:spLocks noChangeArrowheads="1"/>
          </p:cNvSpPr>
          <p:nvPr/>
        </p:nvSpPr>
        <p:spPr bwMode="auto">
          <a:xfrm>
            <a:off x="5410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7" name="Rectangle 128"/>
          <p:cNvSpPr>
            <a:spLocks noChangeArrowheads="1"/>
          </p:cNvSpPr>
          <p:nvPr/>
        </p:nvSpPr>
        <p:spPr bwMode="auto">
          <a:xfrm>
            <a:off x="5638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8" name="Rectangle 129"/>
          <p:cNvSpPr>
            <a:spLocks noChangeArrowheads="1"/>
          </p:cNvSpPr>
          <p:nvPr/>
        </p:nvSpPr>
        <p:spPr bwMode="auto">
          <a:xfrm>
            <a:off x="5867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19" name="Rectangle 130"/>
          <p:cNvSpPr>
            <a:spLocks noChangeArrowheads="1"/>
          </p:cNvSpPr>
          <p:nvPr/>
        </p:nvSpPr>
        <p:spPr bwMode="auto">
          <a:xfrm>
            <a:off x="6096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0" name="Rectangle 131"/>
          <p:cNvSpPr>
            <a:spLocks noChangeArrowheads="1"/>
          </p:cNvSpPr>
          <p:nvPr/>
        </p:nvSpPr>
        <p:spPr bwMode="auto">
          <a:xfrm>
            <a:off x="2667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1" name="Rectangle 132"/>
          <p:cNvSpPr>
            <a:spLocks noChangeArrowheads="1"/>
          </p:cNvSpPr>
          <p:nvPr/>
        </p:nvSpPr>
        <p:spPr bwMode="auto">
          <a:xfrm>
            <a:off x="28956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2" name="Rectangle 133"/>
          <p:cNvSpPr>
            <a:spLocks noChangeArrowheads="1"/>
          </p:cNvSpPr>
          <p:nvPr/>
        </p:nvSpPr>
        <p:spPr bwMode="auto">
          <a:xfrm>
            <a:off x="3124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3" name="Rectangle 134"/>
          <p:cNvSpPr>
            <a:spLocks noChangeArrowheads="1"/>
          </p:cNvSpPr>
          <p:nvPr/>
        </p:nvSpPr>
        <p:spPr bwMode="auto">
          <a:xfrm>
            <a:off x="3352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4" name="Rectangle 135"/>
          <p:cNvSpPr>
            <a:spLocks noChangeArrowheads="1"/>
          </p:cNvSpPr>
          <p:nvPr/>
        </p:nvSpPr>
        <p:spPr bwMode="auto">
          <a:xfrm>
            <a:off x="3581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5" name="Rectangle 136"/>
          <p:cNvSpPr>
            <a:spLocks noChangeArrowheads="1"/>
          </p:cNvSpPr>
          <p:nvPr/>
        </p:nvSpPr>
        <p:spPr bwMode="auto">
          <a:xfrm>
            <a:off x="38100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6" name="Rectangle 137"/>
          <p:cNvSpPr>
            <a:spLocks noChangeArrowheads="1"/>
          </p:cNvSpPr>
          <p:nvPr/>
        </p:nvSpPr>
        <p:spPr bwMode="auto">
          <a:xfrm>
            <a:off x="40386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7" name="Rectangle 138"/>
          <p:cNvSpPr>
            <a:spLocks noChangeArrowheads="1"/>
          </p:cNvSpPr>
          <p:nvPr/>
        </p:nvSpPr>
        <p:spPr bwMode="auto">
          <a:xfrm>
            <a:off x="4267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8" name="Rectangle 139"/>
          <p:cNvSpPr>
            <a:spLocks noChangeArrowheads="1"/>
          </p:cNvSpPr>
          <p:nvPr/>
        </p:nvSpPr>
        <p:spPr bwMode="auto">
          <a:xfrm>
            <a:off x="4495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29" name="Rectangle 140"/>
          <p:cNvSpPr>
            <a:spLocks noChangeArrowheads="1"/>
          </p:cNvSpPr>
          <p:nvPr/>
        </p:nvSpPr>
        <p:spPr bwMode="auto">
          <a:xfrm>
            <a:off x="4724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0" name="Rectangle 141"/>
          <p:cNvSpPr>
            <a:spLocks noChangeArrowheads="1"/>
          </p:cNvSpPr>
          <p:nvPr/>
        </p:nvSpPr>
        <p:spPr bwMode="auto">
          <a:xfrm>
            <a:off x="4953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1" name="Rectangle 142"/>
          <p:cNvSpPr>
            <a:spLocks noChangeArrowheads="1"/>
          </p:cNvSpPr>
          <p:nvPr/>
        </p:nvSpPr>
        <p:spPr bwMode="auto">
          <a:xfrm>
            <a:off x="51816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2" name="Rectangle 143"/>
          <p:cNvSpPr>
            <a:spLocks noChangeArrowheads="1"/>
          </p:cNvSpPr>
          <p:nvPr/>
        </p:nvSpPr>
        <p:spPr bwMode="auto">
          <a:xfrm>
            <a:off x="5410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3" name="Rectangle 144"/>
          <p:cNvSpPr>
            <a:spLocks noChangeArrowheads="1"/>
          </p:cNvSpPr>
          <p:nvPr/>
        </p:nvSpPr>
        <p:spPr bwMode="auto">
          <a:xfrm>
            <a:off x="5638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4" name="Rectangle 145"/>
          <p:cNvSpPr>
            <a:spLocks noChangeArrowheads="1"/>
          </p:cNvSpPr>
          <p:nvPr/>
        </p:nvSpPr>
        <p:spPr bwMode="auto">
          <a:xfrm>
            <a:off x="5867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5" name="Rectangle 146"/>
          <p:cNvSpPr>
            <a:spLocks noChangeArrowheads="1"/>
          </p:cNvSpPr>
          <p:nvPr/>
        </p:nvSpPr>
        <p:spPr bwMode="auto">
          <a:xfrm>
            <a:off x="6096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6" name="Rectangle 147"/>
          <p:cNvSpPr>
            <a:spLocks noChangeArrowheads="1"/>
          </p:cNvSpPr>
          <p:nvPr/>
        </p:nvSpPr>
        <p:spPr bwMode="auto">
          <a:xfrm>
            <a:off x="2667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7" name="Rectangle 148"/>
          <p:cNvSpPr>
            <a:spLocks noChangeArrowheads="1"/>
          </p:cNvSpPr>
          <p:nvPr/>
        </p:nvSpPr>
        <p:spPr bwMode="auto">
          <a:xfrm>
            <a:off x="2895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8" name="Rectangle 149"/>
          <p:cNvSpPr>
            <a:spLocks noChangeArrowheads="1"/>
          </p:cNvSpPr>
          <p:nvPr/>
        </p:nvSpPr>
        <p:spPr bwMode="auto">
          <a:xfrm>
            <a:off x="3124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39" name="Rectangle 150"/>
          <p:cNvSpPr>
            <a:spLocks noChangeArrowheads="1"/>
          </p:cNvSpPr>
          <p:nvPr/>
        </p:nvSpPr>
        <p:spPr bwMode="auto">
          <a:xfrm>
            <a:off x="3352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0" name="Rectangle 151"/>
          <p:cNvSpPr>
            <a:spLocks noChangeArrowheads="1"/>
          </p:cNvSpPr>
          <p:nvPr/>
        </p:nvSpPr>
        <p:spPr bwMode="auto">
          <a:xfrm>
            <a:off x="35814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1" name="Rectangle 152"/>
          <p:cNvSpPr>
            <a:spLocks noChangeArrowheads="1"/>
          </p:cNvSpPr>
          <p:nvPr/>
        </p:nvSpPr>
        <p:spPr bwMode="auto">
          <a:xfrm>
            <a:off x="3810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2" name="Rectangle 153"/>
          <p:cNvSpPr>
            <a:spLocks noChangeArrowheads="1"/>
          </p:cNvSpPr>
          <p:nvPr/>
        </p:nvSpPr>
        <p:spPr bwMode="auto">
          <a:xfrm>
            <a:off x="4038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3" name="Rectangle 154"/>
          <p:cNvSpPr>
            <a:spLocks noChangeArrowheads="1"/>
          </p:cNvSpPr>
          <p:nvPr/>
        </p:nvSpPr>
        <p:spPr bwMode="auto">
          <a:xfrm>
            <a:off x="4267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4" name="Rectangle 155"/>
          <p:cNvSpPr>
            <a:spLocks noChangeArrowheads="1"/>
          </p:cNvSpPr>
          <p:nvPr/>
        </p:nvSpPr>
        <p:spPr bwMode="auto">
          <a:xfrm>
            <a:off x="4495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5" name="Rectangle 156"/>
          <p:cNvSpPr>
            <a:spLocks noChangeArrowheads="1"/>
          </p:cNvSpPr>
          <p:nvPr/>
        </p:nvSpPr>
        <p:spPr bwMode="auto">
          <a:xfrm>
            <a:off x="47244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6" name="Rectangle 157"/>
          <p:cNvSpPr>
            <a:spLocks noChangeArrowheads="1"/>
          </p:cNvSpPr>
          <p:nvPr/>
        </p:nvSpPr>
        <p:spPr bwMode="auto">
          <a:xfrm>
            <a:off x="49530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7" name="Rectangle 158"/>
          <p:cNvSpPr>
            <a:spLocks noChangeArrowheads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8" name="Rectangle 159"/>
          <p:cNvSpPr>
            <a:spLocks noChangeArrowheads="1"/>
          </p:cNvSpPr>
          <p:nvPr/>
        </p:nvSpPr>
        <p:spPr bwMode="auto">
          <a:xfrm>
            <a:off x="5410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49" name="Rectangle 160"/>
          <p:cNvSpPr>
            <a:spLocks noChangeArrowheads="1"/>
          </p:cNvSpPr>
          <p:nvPr/>
        </p:nvSpPr>
        <p:spPr bwMode="auto">
          <a:xfrm>
            <a:off x="5638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0" name="Rectangle 161"/>
          <p:cNvSpPr>
            <a:spLocks noChangeArrowheads="1"/>
          </p:cNvSpPr>
          <p:nvPr/>
        </p:nvSpPr>
        <p:spPr bwMode="auto">
          <a:xfrm>
            <a:off x="58674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1" name="Rectangle 162"/>
          <p:cNvSpPr>
            <a:spLocks noChangeArrowheads="1"/>
          </p:cNvSpPr>
          <p:nvPr/>
        </p:nvSpPr>
        <p:spPr bwMode="auto">
          <a:xfrm>
            <a:off x="6096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2" name="Rectangle 163"/>
          <p:cNvSpPr>
            <a:spLocks noChangeArrowheads="1"/>
          </p:cNvSpPr>
          <p:nvPr/>
        </p:nvSpPr>
        <p:spPr bwMode="auto">
          <a:xfrm>
            <a:off x="2667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3" name="Rectangle 164"/>
          <p:cNvSpPr>
            <a:spLocks noChangeArrowheads="1"/>
          </p:cNvSpPr>
          <p:nvPr/>
        </p:nvSpPr>
        <p:spPr bwMode="auto">
          <a:xfrm>
            <a:off x="2895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4" name="Rectangle 165"/>
          <p:cNvSpPr>
            <a:spLocks noChangeArrowheads="1"/>
          </p:cNvSpPr>
          <p:nvPr/>
        </p:nvSpPr>
        <p:spPr bwMode="auto">
          <a:xfrm>
            <a:off x="3124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5" name="Rectangle 166"/>
          <p:cNvSpPr>
            <a:spLocks noChangeArrowheads="1"/>
          </p:cNvSpPr>
          <p:nvPr/>
        </p:nvSpPr>
        <p:spPr bwMode="auto">
          <a:xfrm>
            <a:off x="3352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6" name="Rectangle 167"/>
          <p:cNvSpPr>
            <a:spLocks noChangeArrowheads="1"/>
          </p:cNvSpPr>
          <p:nvPr/>
        </p:nvSpPr>
        <p:spPr bwMode="auto">
          <a:xfrm>
            <a:off x="35814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7" name="Rectangle 168"/>
          <p:cNvSpPr>
            <a:spLocks noChangeArrowheads="1"/>
          </p:cNvSpPr>
          <p:nvPr/>
        </p:nvSpPr>
        <p:spPr bwMode="auto">
          <a:xfrm>
            <a:off x="3810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8" name="Rectangle 169"/>
          <p:cNvSpPr>
            <a:spLocks noChangeArrowheads="1"/>
          </p:cNvSpPr>
          <p:nvPr/>
        </p:nvSpPr>
        <p:spPr bwMode="auto">
          <a:xfrm>
            <a:off x="4038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59" name="Rectangle 170"/>
          <p:cNvSpPr>
            <a:spLocks noChangeArrowheads="1"/>
          </p:cNvSpPr>
          <p:nvPr/>
        </p:nvSpPr>
        <p:spPr bwMode="auto">
          <a:xfrm>
            <a:off x="4267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0" name="Rectangle 171"/>
          <p:cNvSpPr>
            <a:spLocks noChangeArrowheads="1"/>
          </p:cNvSpPr>
          <p:nvPr/>
        </p:nvSpPr>
        <p:spPr bwMode="auto">
          <a:xfrm>
            <a:off x="4495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1" name="Rectangle 172"/>
          <p:cNvSpPr>
            <a:spLocks noChangeArrowheads="1"/>
          </p:cNvSpPr>
          <p:nvPr/>
        </p:nvSpPr>
        <p:spPr bwMode="auto">
          <a:xfrm>
            <a:off x="47244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2" name="Rectangle 173"/>
          <p:cNvSpPr>
            <a:spLocks noChangeArrowheads="1"/>
          </p:cNvSpPr>
          <p:nvPr/>
        </p:nvSpPr>
        <p:spPr bwMode="auto">
          <a:xfrm>
            <a:off x="49530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3" name="Rectangle 174"/>
          <p:cNvSpPr>
            <a:spLocks noChangeArrowheads="1"/>
          </p:cNvSpPr>
          <p:nvPr/>
        </p:nvSpPr>
        <p:spPr bwMode="auto">
          <a:xfrm>
            <a:off x="5181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4" name="Rectangle 175"/>
          <p:cNvSpPr>
            <a:spLocks noChangeArrowheads="1"/>
          </p:cNvSpPr>
          <p:nvPr/>
        </p:nvSpPr>
        <p:spPr bwMode="auto">
          <a:xfrm>
            <a:off x="5410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5" name="Rectangle 176"/>
          <p:cNvSpPr>
            <a:spLocks noChangeArrowheads="1"/>
          </p:cNvSpPr>
          <p:nvPr/>
        </p:nvSpPr>
        <p:spPr bwMode="auto">
          <a:xfrm>
            <a:off x="5638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6" name="Rectangle 177"/>
          <p:cNvSpPr>
            <a:spLocks noChangeArrowheads="1"/>
          </p:cNvSpPr>
          <p:nvPr/>
        </p:nvSpPr>
        <p:spPr bwMode="auto">
          <a:xfrm>
            <a:off x="58674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7" name="Rectangle 178"/>
          <p:cNvSpPr>
            <a:spLocks noChangeArrowheads="1"/>
          </p:cNvSpPr>
          <p:nvPr/>
        </p:nvSpPr>
        <p:spPr bwMode="auto">
          <a:xfrm>
            <a:off x="6096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8" name="Rectangle 179"/>
          <p:cNvSpPr>
            <a:spLocks noChangeArrowheads="1"/>
          </p:cNvSpPr>
          <p:nvPr/>
        </p:nvSpPr>
        <p:spPr bwMode="auto">
          <a:xfrm>
            <a:off x="2667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69" name="Rectangle 180"/>
          <p:cNvSpPr>
            <a:spLocks noChangeArrowheads="1"/>
          </p:cNvSpPr>
          <p:nvPr/>
        </p:nvSpPr>
        <p:spPr bwMode="auto">
          <a:xfrm>
            <a:off x="2895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0" name="Rectangle 181"/>
          <p:cNvSpPr>
            <a:spLocks noChangeArrowheads="1"/>
          </p:cNvSpPr>
          <p:nvPr/>
        </p:nvSpPr>
        <p:spPr bwMode="auto">
          <a:xfrm>
            <a:off x="3124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1" name="Rectangle 182"/>
          <p:cNvSpPr>
            <a:spLocks noChangeArrowheads="1"/>
          </p:cNvSpPr>
          <p:nvPr/>
        </p:nvSpPr>
        <p:spPr bwMode="auto">
          <a:xfrm>
            <a:off x="3352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2" name="Rectangle 183"/>
          <p:cNvSpPr>
            <a:spLocks noChangeArrowheads="1"/>
          </p:cNvSpPr>
          <p:nvPr/>
        </p:nvSpPr>
        <p:spPr bwMode="auto">
          <a:xfrm>
            <a:off x="3581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3" name="Rectangle 184"/>
          <p:cNvSpPr>
            <a:spLocks noChangeArrowheads="1"/>
          </p:cNvSpPr>
          <p:nvPr/>
        </p:nvSpPr>
        <p:spPr bwMode="auto">
          <a:xfrm>
            <a:off x="3810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4" name="Rectangle 185"/>
          <p:cNvSpPr>
            <a:spLocks noChangeArrowheads="1"/>
          </p:cNvSpPr>
          <p:nvPr/>
        </p:nvSpPr>
        <p:spPr bwMode="auto">
          <a:xfrm>
            <a:off x="4038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5" name="Rectangle 186"/>
          <p:cNvSpPr>
            <a:spLocks noChangeArrowheads="1"/>
          </p:cNvSpPr>
          <p:nvPr/>
        </p:nvSpPr>
        <p:spPr bwMode="auto">
          <a:xfrm>
            <a:off x="4267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6" name="Rectangle 187"/>
          <p:cNvSpPr>
            <a:spLocks noChangeArrowheads="1"/>
          </p:cNvSpPr>
          <p:nvPr/>
        </p:nvSpPr>
        <p:spPr bwMode="auto">
          <a:xfrm>
            <a:off x="44958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7" name="Rectangle 188"/>
          <p:cNvSpPr>
            <a:spLocks noChangeArrowheads="1"/>
          </p:cNvSpPr>
          <p:nvPr/>
        </p:nvSpPr>
        <p:spPr bwMode="auto">
          <a:xfrm>
            <a:off x="4724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8" name="Rectangle 189"/>
          <p:cNvSpPr>
            <a:spLocks noChangeArrowheads="1"/>
          </p:cNvSpPr>
          <p:nvPr/>
        </p:nvSpPr>
        <p:spPr bwMode="auto">
          <a:xfrm>
            <a:off x="4953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79" name="Rectangle 190"/>
          <p:cNvSpPr>
            <a:spLocks noChangeArrowheads="1"/>
          </p:cNvSpPr>
          <p:nvPr/>
        </p:nvSpPr>
        <p:spPr bwMode="auto">
          <a:xfrm>
            <a:off x="5181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0" name="Rectangle 191"/>
          <p:cNvSpPr>
            <a:spLocks noChangeArrowheads="1"/>
          </p:cNvSpPr>
          <p:nvPr/>
        </p:nvSpPr>
        <p:spPr bwMode="auto">
          <a:xfrm>
            <a:off x="5410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1" name="Rectangle 192"/>
          <p:cNvSpPr>
            <a:spLocks noChangeArrowheads="1"/>
          </p:cNvSpPr>
          <p:nvPr/>
        </p:nvSpPr>
        <p:spPr bwMode="auto">
          <a:xfrm>
            <a:off x="5638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2" name="Rectangle 193"/>
          <p:cNvSpPr>
            <a:spLocks noChangeArrowheads="1"/>
          </p:cNvSpPr>
          <p:nvPr/>
        </p:nvSpPr>
        <p:spPr bwMode="auto">
          <a:xfrm>
            <a:off x="58674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3" name="Rectangle 194"/>
          <p:cNvSpPr>
            <a:spLocks noChangeArrowheads="1"/>
          </p:cNvSpPr>
          <p:nvPr/>
        </p:nvSpPr>
        <p:spPr bwMode="auto">
          <a:xfrm>
            <a:off x="6096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4" name="Rectangle 195"/>
          <p:cNvSpPr>
            <a:spLocks noChangeArrowheads="1"/>
          </p:cNvSpPr>
          <p:nvPr/>
        </p:nvSpPr>
        <p:spPr bwMode="auto">
          <a:xfrm>
            <a:off x="2667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5" name="Rectangle 196"/>
          <p:cNvSpPr>
            <a:spLocks noChangeArrowheads="1"/>
          </p:cNvSpPr>
          <p:nvPr/>
        </p:nvSpPr>
        <p:spPr bwMode="auto">
          <a:xfrm>
            <a:off x="2895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6" name="Rectangle 197"/>
          <p:cNvSpPr>
            <a:spLocks noChangeArrowheads="1"/>
          </p:cNvSpPr>
          <p:nvPr/>
        </p:nvSpPr>
        <p:spPr bwMode="auto">
          <a:xfrm>
            <a:off x="3124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7" name="Rectangle 198"/>
          <p:cNvSpPr>
            <a:spLocks noChangeArrowheads="1"/>
          </p:cNvSpPr>
          <p:nvPr/>
        </p:nvSpPr>
        <p:spPr bwMode="auto">
          <a:xfrm>
            <a:off x="3352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8" name="Rectangle 199"/>
          <p:cNvSpPr>
            <a:spLocks noChangeArrowheads="1"/>
          </p:cNvSpPr>
          <p:nvPr/>
        </p:nvSpPr>
        <p:spPr bwMode="auto">
          <a:xfrm>
            <a:off x="3581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89" name="Rectangle 200"/>
          <p:cNvSpPr>
            <a:spLocks noChangeArrowheads="1"/>
          </p:cNvSpPr>
          <p:nvPr/>
        </p:nvSpPr>
        <p:spPr bwMode="auto">
          <a:xfrm>
            <a:off x="38100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0" name="Rectangle 201"/>
          <p:cNvSpPr>
            <a:spLocks noChangeArrowheads="1"/>
          </p:cNvSpPr>
          <p:nvPr/>
        </p:nvSpPr>
        <p:spPr bwMode="auto">
          <a:xfrm>
            <a:off x="40386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1" name="Rectangle 202"/>
          <p:cNvSpPr>
            <a:spLocks noChangeArrowheads="1"/>
          </p:cNvSpPr>
          <p:nvPr/>
        </p:nvSpPr>
        <p:spPr bwMode="auto">
          <a:xfrm>
            <a:off x="42672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2" name="Rectangle 203"/>
          <p:cNvSpPr>
            <a:spLocks noChangeArrowheads="1"/>
          </p:cNvSpPr>
          <p:nvPr/>
        </p:nvSpPr>
        <p:spPr bwMode="auto">
          <a:xfrm>
            <a:off x="4495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3" name="Rectangle 204"/>
          <p:cNvSpPr>
            <a:spLocks noChangeArrowheads="1"/>
          </p:cNvSpPr>
          <p:nvPr/>
        </p:nvSpPr>
        <p:spPr bwMode="auto">
          <a:xfrm>
            <a:off x="4724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4" name="Rectangle 205"/>
          <p:cNvSpPr>
            <a:spLocks noChangeArrowheads="1"/>
          </p:cNvSpPr>
          <p:nvPr/>
        </p:nvSpPr>
        <p:spPr bwMode="auto">
          <a:xfrm>
            <a:off x="4953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5" name="Rectangle 206"/>
          <p:cNvSpPr>
            <a:spLocks noChangeArrowheads="1"/>
          </p:cNvSpPr>
          <p:nvPr/>
        </p:nvSpPr>
        <p:spPr bwMode="auto">
          <a:xfrm>
            <a:off x="5181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6" name="Rectangle 207"/>
          <p:cNvSpPr>
            <a:spLocks noChangeArrowheads="1"/>
          </p:cNvSpPr>
          <p:nvPr/>
        </p:nvSpPr>
        <p:spPr bwMode="auto">
          <a:xfrm>
            <a:off x="5410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7" name="Rectangle 208"/>
          <p:cNvSpPr>
            <a:spLocks noChangeArrowheads="1"/>
          </p:cNvSpPr>
          <p:nvPr/>
        </p:nvSpPr>
        <p:spPr bwMode="auto">
          <a:xfrm>
            <a:off x="5638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8" name="Rectangle 209"/>
          <p:cNvSpPr>
            <a:spLocks noChangeArrowheads="1"/>
          </p:cNvSpPr>
          <p:nvPr/>
        </p:nvSpPr>
        <p:spPr bwMode="auto">
          <a:xfrm>
            <a:off x="5867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099" name="Rectangle 210"/>
          <p:cNvSpPr>
            <a:spLocks noChangeArrowheads="1"/>
          </p:cNvSpPr>
          <p:nvPr/>
        </p:nvSpPr>
        <p:spPr bwMode="auto">
          <a:xfrm>
            <a:off x="6096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0" name="Rectangle 211"/>
          <p:cNvSpPr>
            <a:spLocks noChangeArrowheads="1"/>
          </p:cNvSpPr>
          <p:nvPr/>
        </p:nvSpPr>
        <p:spPr bwMode="auto">
          <a:xfrm>
            <a:off x="2667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1" name="Rectangle 212"/>
          <p:cNvSpPr>
            <a:spLocks noChangeArrowheads="1"/>
          </p:cNvSpPr>
          <p:nvPr/>
        </p:nvSpPr>
        <p:spPr bwMode="auto">
          <a:xfrm>
            <a:off x="2895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2" name="Rectangle 213"/>
          <p:cNvSpPr>
            <a:spLocks noChangeArrowheads="1"/>
          </p:cNvSpPr>
          <p:nvPr/>
        </p:nvSpPr>
        <p:spPr bwMode="auto">
          <a:xfrm>
            <a:off x="3124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3" name="Rectangle 214"/>
          <p:cNvSpPr>
            <a:spLocks noChangeArrowheads="1"/>
          </p:cNvSpPr>
          <p:nvPr/>
        </p:nvSpPr>
        <p:spPr bwMode="auto">
          <a:xfrm>
            <a:off x="3352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4" name="Rectangle 215"/>
          <p:cNvSpPr>
            <a:spLocks noChangeArrowheads="1"/>
          </p:cNvSpPr>
          <p:nvPr/>
        </p:nvSpPr>
        <p:spPr bwMode="auto">
          <a:xfrm>
            <a:off x="3581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5" name="Rectangle 216"/>
          <p:cNvSpPr>
            <a:spLocks noChangeArrowheads="1"/>
          </p:cNvSpPr>
          <p:nvPr/>
        </p:nvSpPr>
        <p:spPr bwMode="auto">
          <a:xfrm>
            <a:off x="3810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6" name="Rectangle 217"/>
          <p:cNvSpPr>
            <a:spLocks noChangeArrowheads="1"/>
          </p:cNvSpPr>
          <p:nvPr/>
        </p:nvSpPr>
        <p:spPr bwMode="auto">
          <a:xfrm>
            <a:off x="4038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7" name="Rectangle 218"/>
          <p:cNvSpPr>
            <a:spLocks noChangeArrowheads="1"/>
          </p:cNvSpPr>
          <p:nvPr/>
        </p:nvSpPr>
        <p:spPr bwMode="auto">
          <a:xfrm>
            <a:off x="4267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8" name="Rectangle 219"/>
          <p:cNvSpPr>
            <a:spLocks noChangeArrowheads="1"/>
          </p:cNvSpPr>
          <p:nvPr/>
        </p:nvSpPr>
        <p:spPr bwMode="auto">
          <a:xfrm>
            <a:off x="4495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09" name="Rectangle 220"/>
          <p:cNvSpPr>
            <a:spLocks noChangeArrowheads="1"/>
          </p:cNvSpPr>
          <p:nvPr/>
        </p:nvSpPr>
        <p:spPr bwMode="auto">
          <a:xfrm>
            <a:off x="4724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0" name="Rectangle 221"/>
          <p:cNvSpPr>
            <a:spLocks noChangeArrowheads="1"/>
          </p:cNvSpPr>
          <p:nvPr/>
        </p:nvSpPr>
        <p:spPr bwMode="auto">
          <a:xfrm>
            <a:off x="4953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1" name="Rectangle 222"/>
          <p:cNvSpPr>
            <a:spLocks noChangeArrowheads="1"/>
          </p:cNvSpPr>
          <p:nvPr/>
        </p:nvSpPr>
        <p:spPr bwMode="auto">
          <a:xfrm>
            <a:off x="5181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2" name="Rectangle 223"/>
          <p:cNvSpPr>
            <a:spLocks noChangeArrowheads="1"/>
          </p:cNvSpPr>
          <p:nvPr/>
        </p:nvSpPr>
        <p:spPr bwMode="auto">
          <a:xfrm>
            <a:off x="5410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3" name="Rectangle 224"/>
          <p:cNvSpPr>
            <a:spLocks noChangeArrowheads="1"/>
          </p:cNvSpPr>
          <p:nvPr/>
        </p:nvSpPr>
        <p:spPr bwMode="auto">
          <a:xfrm>
            <a:off x="5638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4" name="Rectangle 225"/>
          <p:cNvSpPr>
            <a:spLocks noChangeArrowheads="1"/>
          </p:cNvSpPr>
          <p:nvPr/>
        </p:nvSpPr>
        <p:spPr bwMode="auto">
          <a:xfrm>
            <a:off x="5867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5" name="Rectangle 226"/>
          <p:cNvSpPr>
            <a:spLocks noChangeArrowheads="1"/>
          </p:cNvSpPr>
          <p:nvPr/>
        </p:nvSpPr>
        <p:spPr bwMode="auto">
          <a:xfrm>
            <a:off x="6096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6" name="Rectangle 227"/>
          <p:cNvSpPr>
            <a:spLocks noChangeArrowheads="1"/>
          </p:cNvSpPr>
          <p:nvPr/>
        </p:nvSpPr>
        <p:spPr bwMode="auto">
          <a:xfrm>
            <a:off x="2667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7" name="Rectangle 228"/>
          <p:cNvSpPr>
            <a:spLocks noChangeArrowheads="1"/>
          </p:cNvSpPr>
          <p:nvPr/>
        </p:nvSpPr>
        <p:spPr bwMode="auto">
          <a:xfrm>
            <a:off x="2895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8" name="Rectangle 229"/>
          <p:cNvSpPr>
            <a:spLocks noChangeArrowheads="1"/>
          </p:cNvSpPr>
          <p:nvPr/>
        </p:nvSpPr>
        <p:spPr bwMode="auto">
          <a:xfrm>
            <a:off x="3124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19" name="Rectangle 230"/>
          <p:cNvSpPr>
            <a:spLocks noChangeArrowheads="1"/>
          </p:cNvSpPr>
          <p:nvPr/>
        </p:nvSpPr>
        <p:spPr bwMode="auto">
          <a:xfrm>
            <a:off x="3352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0" name="Rectangle 231"/>
          <p:cNvSpPr>
            <a:spLocks noChangeArrowheads="1"/>
          </p:cNvSpPr>
          <p:nvPr/>
        </p:nvSpPr>
        <p:spPr bwMode="auto">
          <a:xfrm>
            <a:off x="3581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1" name="Rectangle 232"/>
          <p:cNvSpPr>
            <a:spLocks noChangeArrowheads="1"/>
          </p:cNvSpPr>
          <p:nvPr/>
        </p:nvSpPr>
        <p:spPr bwMode="auto">
          <a:xfrm>
            <a:off x="3810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2" name="Rectangle 233"/>
          <p:cNvSpPr>
            <a:spLocks noChangeArrowheads="1"/>
          </p:cNvSpPr>
          <p:nvPr/>
        </p:nvSpPr>
        <p:spPr bwMode="auto">
          <a:xfrm>
            <a:off x="4038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3" name="Rectangle 234"/>
          <p:cNvSpPr>
            <a:spLocks noChangeArrowheads="1"/>
          </p:cNvSpPr>
          <p:nvPr/>
        </p:nvSpPr>
        <p:spPr bwMode="auto">
          <a:xfrm>
            <a:off x="4267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4" name="Rectangle 235"/>
          <p:cNvSpPr>
            <a:spLocks noChangeArrowheads="1"/>
          </p:cNvSpPr>
          <p:nvPr/>
        </p:nvSpPr>
        <p:spPr bwMode="auto">
          <a:xfrm>
            <a:off x="4495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5" name="Rectangle 236"/>
          <p:cNvSpPr>
            <a:spLocks noChangeArrowheads="1"/>
          </p:cNvSpPr>
          <p:nvPr/>
        </p:nvSpPr>
        <p:spPr bwMode="auto">
          <a:xfrm>
            <a:off x="4724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6" name="Rectangle 237"/>
          <p:cNvSpPr>
            <a:spLocks noChangeArrowheads="1"/>
          </p:cNvSpPr>
          <p:nvPr/>
        </p:nvSpPr>
        <p:spPr bwMode="auto">
          <a:xfrm>
            <a:off x="4953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7" name="Rectangle 238"/>
          <p:cNvSpPr>
            <a:spLocks noChangeArrowheads="1"/>
          </p:cNvSpPr>
          <p:nvPr/>
        </p:nvSpPr>
        <p:spPr bwMode="auto">
          <a:xfrm>
            <a:off x="5181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8" name="Rectangle 239"/>
          <p:cNvSpPr>
            <a:spLocks noChangeArrowheads="1"/>
          </p:cNvSpPr>
          <p:nvPr/>
        </p:nvSpPr>
        <p:spPr bwMode="auto">
          <a:xfrm>
            <a:off x="5410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29" name="Rectangle 240"/>
          <p:cNvSpPr>
            <a:spLocks noChangeArrowheads="1"/>
          </p:cNvSpPr>
          <p:nvPr/>
        </p:nvSpPr>
        <p:spPr bwMode="auto">
          <a:xfrm>
            <a:off x="5638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0" name="Rectangle 241"/>
          <p:cNvSpPr>
            <a:spLocks noChangeArrowheads="1"/>
          </p:cNvSpPr>
          <p:nvPr/>
        </p:nvSpPr>
        <p:spPr bwMode="auto">
          <a:xfrm>
            <a:off x="5867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1" name="Rectangle 242"/>
          <p:cNvSpPr>
            <a:spLocks noChangeArrowheads="1"/>
          </p:cNvSpPr>
          <p:nvPr/>
        </p:nvSpPr>
        <p:spPr bwMode="auto">
          <a:xfrm>
            <a:off x="6096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2" name="Rectangle 243"/>
          <p:cNvSpPr>
            <a:spLocks noChangeArrowheads="1"/>
          </p:cNvSpPr>
          <p:nvPr/>
        </p:nvSpPr>
        <p:spPr bwMode="auto">
          <a:xfrm>
            <a:off x="2667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3" name="Rectangle 244"/>
          <p:cNvSpPr>
            <a:spLocks noChangeArrowheads="1"/>
          </p:cNvSpPr>
          <p:nvPr/>
        </p:nvSpPr>
        <p:spPr bwMode="auto">
          <a:xfrm>
            <a:off x="2895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4" name="Rectangle 245"/>
          <p:cNvSpPr>
            <a:spLocks noChangeArrowheads="1"/>
          </p:cNvSpPr>
          <p:nvPr/>
        </p:nvSpPr>
        <p:spPr bwMode="auto">
          <a:xfrm>
            <a:off x="3124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5" name="Rectangle 246"/>
          <p:cNvSpPr>
            <a:spLocks noChangeArrowheads="1"/>
          </p:cNvSpPr>
          <p:nvPr/>
        </p:nvSpPr>
        <p:spPr bwMode="auto">
          <a:xfrm>
            <a:off x="3352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6" name="Rectangle 247"/>
          <p:cNvSpPr>
            <a:spLocks noChangeArrowheads="1"/>
          </p:cNvSpPr>
          <p:nvPr/>
        </p:nvSpPr>
        <p:spPr bwMode="auto">
          <a:xfrm>
            <a:off x="3581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7" name="Rectangle 248"/>
          <p:cNvSpPr>
            <a:spLocks noChangeArrowheads="1"/>
          </p:cNvSpPr>
          <p:nvPr/>
        </p:nvSpPr>
        <p:spPr bwMode="auto">
          <a:xfrm>
            <a:off x="3810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8" name="Rectangle 249"/>
          <p:cNvSpPr>
            <a:spLocks noChangeArrowheads="1"/>
          </p:cNvSpPr>
          <p:nvPr/>
        </p:nvSpPr>
        <p:spPr bwMode="auto">
          <a:xfrm>
            <a:off x="4038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39" name="Rectangle 250"/>
          <p:cNvSpPr>
            <a:spLocks noChangeArrowheads="1"/>
          </p:cNvSpPr>
          <p:nvPr/>
        </p:nvSpPr>
        <p:spPr bwMode="auto">
          <a:xfrm>
            <a:off x="4267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40" name="Rectangle 251"/>
          <p:cNvSpPr>
            <a:spLocks noChangeArrowheads="1"/>
          </p:cNvSpPr>
          <p:nvPr/>
        </p:nvSpPr>
        <p:spPr bwMode="auto">
          <a:xfrm>
            <a:off x="4495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41" name="Rectangle 252"/>
          <p:cNvSpPr>
            <a:spLocks noChangeArrowheads="1"/>
          </p:cNvSpPr>
          <p:nvPr/>
        </p:nvSpPr>
        <p:spPr bwMode="auto">
          <a:xfrm>
            <a:off x="4724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42" name="Rectangle 253"/>
          <p:cNvSpPr>
            <a:spLocks noChangeArrowheads="1"/>
          </p:cNvSpPr>
          <p:nvPr/>
        </p:nvSpPr>
        <p:spPr bwMode="auto">
          <a:xfrm>
            <a:off x="4953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43" name="Rectangle 254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44" name="Rectangle 255"/>
          <p:cNvSpPr>
            <a:spLocks noChangeArrowheads="1"/>
          </p:cNvSpPr>
          <p:nvPr/>
        </p:nvSpPr>
        <p:spPr bwMode="auto">
          <a:xfrm>
            <a:off x="5410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45" name="Rectangle 256"/>
          <p:cNvSpPr>
            <a:spLocks noChangeArrowheads="1"/>
          </p:cNvSpPr>
          <p:nvPr/>
        </p:nvSpPr>
        <p:spPr bwMode="auto">
          <a:xfrm>
            <a:off x="5638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46" name="Rectangle 257"/>
          <p:cNvSpPr>
            <a:spLocks noChangeArrowheads="1"/>
          </p:cNvSpPr>
          <p:nvPr/>
        </p:nvSpPr>
        <p:spPr bwMode="auto">
          <a:xfrm>
            <a:off x="5867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147" name="Rectangle 258"/>
          <p:cNvSpPr>
            <a:spLocks noChangeArrowheads="1"/>
          </p:cNvSpPr>
          <p:nvPr/>
        </p:nvSpPr>
        <p:spPr bwMode="auto">
          <a:xfrm>
            <a:off x="6096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cxnSp>
        <p:nvCxnSpPr>
          <p:cNvPr id="38148" name="Straight Connector 262"/>
          <p:cNvCxnSpPr>
            <a:cxnSpLocks noChangeShapeType="1"/>
          </p:cNvCxnSpPr>
          <p:nvPr/>
        </p:nvCxnSpPr>
        <p:spPr bwMode="auto">
          <a:xfrm flipH="1" flipV="1">
            <a:off x="4267200" y="4114800"/>
            <a:ext cx="228600" cy="2286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149" name="Straight Connector 264"/>
          <p:cNvCxnSpPr>
            <a:cxnSpLocks noChangeShapeType="1"/>
          </p:cNvCxnSpPr>
          <p:nvPr/>
        </p:nvCxnSpPr>
        <p:spPr bwMode="auto">
          <a:xfrm flipH="1">
            <a:off x="4267200" y="4114800"/>
            <a:ext cx="228600" cy="2286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551327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Flood Fill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Start from one pixel and fill all the connected pixels that has same color.</a:t>
            </a:r>
          </a:p>
        </p:txBody>
      </p:sp>
      <p:sp>
        <p:nvSpPr>
          <p:cNvPr id="38916" name="Rectangle 3"/>
          <p:cNvSpPr>
            <a:spLocks noChangeArrowheads="1"/>
          </p:cNvSpPr>
          <p:nvPr/>
        </p:nvSpPr>
        <p:spPr bwMode="auto">
          <a:xfrm>
            <a:off x="2667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2895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3124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19" name="Rectangle 6"/>
          <p:cNvSpPr>
            <a:spLocks noChangeArrowheads="1"/>
          </p:cNvSpPr>
          <p:nvPr/>
        </p:nvSpPr>
        <p:spPr bwMode="auto">
          <a:xfrm>
            <a:off x="3352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0" name="Rectangle 7"/>
          <p:cNvSpPr>
            <a:spLocks noChangeArrowheads="1"/>
          </p:cNvSpPr>
          <p:nvPr/>
        </p:nvSpPr>
        <p:spPr bwMode="auto">
          <a:xfrm>
            <a:off x="3581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1" name="Rectangle 8"/>
          <p:cNvSpPr>
            <a:spLocks noChangeArrowheads="1"/>
          </p:cNvSpPr>
          <p:nvPr/>
        </p:nvSpPr>
        <p:spPr bwMode="auto">
          <a:xfrm>
            <a:off x="3810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2" name="Rectangle 9"/>
          <p:cNvSpPr>
            <a:spLocks noChangeArrowheads="1"/>
          </p:cNvSpPr>
          <p:nvPr/>
        </p:nvSpPr>
        <p:spPr bwMode="auto">
          <a:xfrm>
            <a:off x="4038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3" name="Rectangle 10"/>
          <p:cNvSpPr>
            <a:spLocks noChangeArrowheads="1"/>
          </p:cNvSpPr>
          <p:nvPr/>
        </p:nvSpPr>
        <p:spPr bwMode="auto">
          <a:xfrm>
            <a:off x="4267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4" name="Rectangle 11"/>
          <p:cNvSpPr>
            <a:spLocks noChangeArrowheads="1"/>
          </p:cNvSpPr>
          <p:nvPr/>
        </p:nvSpPr>
        <p:spPr bwMode="auto">
          <a:xfrm>
            <a:off x="4495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5" name="Rectangle 12"/>
          <p:cNvSpPr>
            <a:spLocks noChangeArrowheads="1"/>
          </p:cNvSpPr>
          <p:nvPr/>
        </p:nvSpPr>
        <p:spPr bwMode="auto">
          <a:xfrm>
            <a:off x="4724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6" name="Rectangle 13"/>
          <p:cNvSpPr>
            <a:spLocks noChangeArrowheads="1"/>
          </p:cNvSpPr>
          <p:nvPr/>
        </p:nvSpPr>
        <p:spPr bwMode="auto">
          <a:xfrm>
            <a:off x="4953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7" name="Rectangle 14"/>
          <p:cNvSpPr>
            <a:spLocks noChangeArrowheads="1"/>
          </p:cNvSpPr>
          <p:nvPr/>
        </p:nvSpPr>
        <p:spPr bwMode="auto">
          <a:xfrm>
            <a:off x="5181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8" name="Rectangle 15"/>
          <p:cNvSpPr>
            <a:spLocks noChangeArrowheads="1"/>
          </p:cNvSpPr>
          <p:nvPr/>
        </p:nvSpPr>
        <p:spPr bwMode="auto">
          <a:xfrm>
            <a:off x="5410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29" name="Rectangle 16"/>
          <p:cNvSpPr>
            <a:spLocks noChangeArrowheads="1"/>
          </p:cNvSpPr>
          <p:nvPr/>
        </p:nvSpPr>
        <p:spPr bwMode="auto">
          <a:xfrm>
            <a:off x="5638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0" name="Rectangle 17"/>
          <p:cNvSpPr>
            <a:spLocks noChangeArrowheads="1"/>
          </p:cNvSpPr>
          <p:nvPr/>
        </p:nvSpPr>
        <p:spPr bwMode="auto">
          <a:xfrm>
            <a:off x="5867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1" name="Rectangle 18"/>
          <p:cNvSpPr>
            <a:spLocks noChangeArrowheads="1"/>
          </p:cNvSpPr>
          <p:nvPr/>
        </p:nvSpPr>
        <p:spPr bwMode="auto">
          <a:xfrm>
            <a:off x="6096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2" name="Rectangle 19"/>
          <p:cNvSpPr>
            <a:spLocks noChangeArrowheads="1"/>
          </p:cNvSpPr>
          <p:nvPr/>
        </p:nvSpPr>
        <p:spPr bwMode="auto">
          <a:xfrm>
            <a:off x="2667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3" name="Rectangle 20"/>
          <p:cNvSpPr>
            <a:spLocks noChangeArrowheads="1"/>
          </p:cNvSpPr>
          <p:nvPr/>
        </p:nvSpPr>
        <p:spPr bwMode="auto">
          <a:xfrm>
            <a:off x="2895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4" name="Rectangle 21"/>
          <p:cNvSpPr>
            <a:spLocks noChangeArrowheads="1"/>
          </p:cNvSpPr>
          <p:nvPr/>
        </p:nvSpPr>
        <p:spPr bwMode="auto">
          <a:xfrm>
            <a:off x="3124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5" name="Rectangle 22"/>
          <p:cNvSpPr>
            <a:spLocks noChangeArrowheads="1"/>
          </p:cNvSpPr>
          <p:nvPr/>
        </p:nvSpPr>
        <p:spPr bwMode="auto">
          <a:xfrm>
            <a:off x="3352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6" name="Rectangle 23"/>
          <p:cNvSpPr>
            <a:spLocks noChangeArrowheads="1"/>
          </p:cNvSpPr>
          <p:nvPr/>
        </p:nvSpPr>
        <p:spPr bwMode="auto">
          <a:xfrm>
            <a:off x="3581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7" name="Rectangle 24"/>
          <p:cNvSpPr>
            <a:spLocks noChangeArrowheads="1"/>
          </p:cNvSpPr>
          <p:nvPr/>
        </p:nvSpPr>
        <p:spPr bwMode="auto">
          <a:xfrm>
            <a:off x="3810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8" name="Rectangle 25"/>
          <p:cNvSpPr>
            <a:spLocks noChangeArrowheads="1"/>
          </p:cNvSpPr>
          <p:nvPr/>
        </p:nvSpPr>
        <p:spPr bwMode="auto">
          <a:xfrm>
            <a:off x="4038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39" name="Rectangle 26"/>
          <p:cNvSpPr>
            <a:spLocks noChangeArrowheads="1"/>
          </p:cNvSpPr>
          <p:nvPr/>
        </p:nvSpPr>
        <p:spPr bwMode="auto">
          <a:xfrm>
            <a:off x="4267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0" name="Rectangle 27"/>
          <p:cNvSpPr>
            <a:spLocks noChangeArrowheads="1"/>
          </p:cNvSpPr>
          <p:nvPr/>
        </p:nvSpPr>
        <p:spPr bwMode="auto">
          <a:xfrm>
            <a:off x="4495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1" name="Rectangle 28"/>
          <p:cNvSpPr>
            <a:spLocks noChangeArrowheads="1"/>
          </p:cNvSpPr>
          <p:nvPr/>
        </p:nvSpPr>
        <p:spPr bwMode="auto">
          <a:xfrm>
            <a:off x="4724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2" name="Rectangle 29"/>
          <p:cNvSpPr>
            <a:spLocks noChangeArrowheads="1"/>
          </p:cNvSpPr>
          <p:nvPr/>
        </p:nvSpPr>
        <p:spPr bwMode="auto">
          <a:xfrm>
            <a:off x="4953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3" name="Rectangle 30"/>
          <p:cNvSpPr>
            <a:spLocks noChangeArrowheads="1"/>
          </p:cNvSpPr>
          <p:nvPr/>
        </p:nvSpPr>
        <p:spPr bwMode="auto">
          <a:xfrm>
            <a:off x="5181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4" name="Rectangle 31"/>
          <p:cNvSpPr>
            <a:spLocks noChangeArrowheads="1"/>
          </p:cNvSpPr>
          <p:nvPr/>
        </p:nvSpPr>
        <p:spPr bwMode="auto">
          <a:xfrm>
            <a:off x="5410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5" name="Rectangle 32"/>
          <p:cNvSpPr>
            <a:spLocks noChangeArrowheads="1"/>
          </p:cNvSpPr>
          <p:nvPr/>
        </p:nvSpPr>
        <p:spPr bwMode="auto">
          <a:xfrm>
            <a:off x="5638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6" name="Rectangle 33"/>
          <p:cNvSpPr>
            <a:spLocks noChangeArrowheads="1"/>
          </p:cNvSpPr>
          <p:nvPr/>
        </p:nvSpPr>
        <p:spPr bwMode="auto">
          <a:xfrm>
            <a:off x="5867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7" name="Rectangle 34"/>
          <p:cNvSpPr>
            <a:spLocks noChangeArrowheads="1"/>
          </p:cNvSpPr>
          <p:nvPr/>
        </p:nvSpPr>
        <p:spPr bwMode="auto">
          <a:xfrm>
            <a:off x="6096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8" name="Rectangle 35"/>
          <p:cNvSpPr>
            <a:spLocks noChangeArrowheads="1"/>
          </p:cNvSpPr>
          <p:nvPr/>
        </p:nvSpPr>
        <p:spPr bwMode="auto">
          <a:xfrm>
            <a:off x="2667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49" name="Rectangle 36"/>
          <p:cNvSpPr>
            <a:spLocks noChangeArrowheads="1"/>
          </p:cNvSpPr>
          <p:nvPr/>
        </p:nvSpPr>
        <p:spPr bwMode="auto">
          <a:xfrm>
            <a:off x="2895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0" name="Rectangle 37"/>
          <p:cNvSpPr>
            <a:spLocks noChangeArrowheads="1"/>
          </p:cNvSpPr>
          <p:nvPr/>
        </p:nvSpPr>
        <p:spPr bwMode="auto">
          <a:xfrm>
            <a:off x="3124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1" name="Rectangle 38"/>
          <p:cNvSpPr>
            <a:spLocks noChangeArrowheads="1"/>
          </p:cNvSpPr>
          <p:nvPr/>
        </p:nvSpPr>
        <p:spPr bwMode="auto">
          <a:xfrm>
            <a:off x="3352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2" name="Rectangle 39"/>
          <p:cNvSpPr>
            <a:spLocks noChangeArrowheads="1"/>
          </p:cNvSpPr>
          <p:nvPr/>
        </p:nvSpPr>
        <p:spPr bwMode="auto">
          <a:xfrm>
            <a:off x="3581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3" name="Rectangle 40"/>
          <p:cNvSpPr>
            <a:spLocks noChangeArrowheads="1"/>
          </p:cNvSpPr>
          <p:nvPr/>
        </p:nvSpPr>
        <p:spPr bwMode="auto">
          <a:xfrm>
            <a:off x="3810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4" name="Rectangle 41"/>
          <p:cNvSpPr>
            <a:spLocks noChangeArrowheads="1"/>
          </p:cNvSpPr>
          <p:nvPr/>
        </p:nvSpPr>
        <p:spPr bwMode="auto">
          <a:xfrm>
            <a:off x="4038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5" name="Rectangle 42"/>
          <p:cNvSpPr>
            <a:spLocks noChangeArrowheads="1"/>
          </p:cNvSpPr>
          <p:nvPr/>
        </p:nvSpPr>
        <p:spPr bwMode="auto">
          <a:xfrm>
            <a:off x="4267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6" name="Rectangle 43"/>
          <p:cNvSpPr>
            <a:spLocks noChangeArrowheads="1"/>
          </p:cNvSpPr>
          <p:nvPr/>
        </p:nvSpPr>
        <p:spPr bwMode="auto">
          <a:xfrm>
            <a:off x="4495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7" name="Rectangle 44"/>
          <p:cNvSpPr>
            <a:spLocks noChangeArrowheads="1"/>
          </p:cNvSpPr>
          <p:nvPr/>
        </p:nvSpPr>
        <p:spPr bwMode="auto">
          <a:xfrm>
            <a:off x="4724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8" name="Rectangle 45"/>
          <p:cNvSpPr>
            <a:spLocks noChangeArrowheads="1"/>
          </p:cNvSpPr>
          <p:nvPr/>
        </p:nvSpPr>
        <p:spPr bwMode="auto">
          <a:xfrm>
            <a:off x="4953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59" name="Rectangle 46"/>
          <p:cNvSpPr>
            <a:spLocks noChangeArrowheads="1"/>
          </p:cNvSpPr>
          <p:nvPr/>
        </p:nvSpPr>
        <p:spPr bwMode="auto">
          <a:xfrm>
            <a:off x="5181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0" name="Rectangle 47"/>
          <p:cNvSpPr>
            <a:spLocks noChangeArrowheads="1"/>
          </p:cNvSpPr>
          <p:nvPr/>
        </p:nvSpPr>
        <p:spPr bwMode="auto">
          <a:xfrm>
            <a:off x="5410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1" name="Rectangle 48"/>
          <p:cNvSpPr>
            <a:spLocks noChangeArrowheads="1"/>
          </p:cNvSpPr>
          <p:nvPr/>
        </p:nvSpPr>
        <p:spPr bwMode="auto">
          <a:xfrm>
            <a:off x="5638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2" name="Rectangle 49"/>
          <p:cNvSpPr>
            <a:spLocks noChangeArrowheads="1"/>
          </p:cNvSpPr>
          <p:nvPr/>
        </p:nvSpPr>
        <p:spPr bwMode="auto">
          <a:xfrm>
            <a:off x="5867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3" name="Rectangle 50"/>
          <p:cNvSpPr>
            <a:spLocks noChangeArrowheads="1"/>
          </p:cNvSpPr>
          <p:nvPr/>
        </p:nvSpPr>
        <p:spPr bwMode="auto">
          <a:xfrm>
            <a:off x="6096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4" name="Rectangle 51"/>
          <p:cNvSpPr>
            <a:spLocks noChangeArrowheads="1"/>
          </p:cNvSpPr>
          <p:nvPr/>
        </p:nvSpPr>
        <p:spPr bwMode="auto">
          <a:xfrm>
            <a:off x="2667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5" name="Rectangle 52"/>
          <p:cNvSpPr>
            <a:spLocks noChangeArrowheads="1"/>
          </p:cNvSpPr>
          <p:nvPr/>
        </p:nvSpPr>
        <p:spPr bwMode="auto">
          <a:xfrm>
            <a:off x="2895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6" name="Rectangle 53"/>
          <p:cNvSpPr>
            <a:spLocks noChangeArrowheads="1"/>
          </p:cNvSpPr>
          <p:nvPr/>
        </p:nvSpPr>
        <p:spPr bwMode="auto">
          <a:xfrm>
            <a:off x="3124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7" name="Rectangle 54"/>
          <p:cNvSpPr>
            <a:spLocks noChangeArrowheads="1"/>
          </p:cNvSpPr>
          <p:nvPr/>
        </p:nvSpPr>
        <p:spPr bwMode="auto">
          <a:xfrm>
            <a:off x="3352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8" name="Rectangle 55"/>
          <p:cNvSpPr>
            <a:spLocks noChangeArrowheads="1"/>
          </p:cNvSpPr>
          <p:nvPr/>
        </p:nvSpPr>
        <p:spPr bwMode="auto">
          <a:xfrm>
            <a:off x="3581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69" name="Rectangle 56"/>
          <p:cNvSpPr>
            <a:spLocks noChangeArrowheads="1"/>
          </p:cNvSpPr>
          <p:nvPr/>
        </p:nvSpPr>
        <p:spPr bwMode="auto">
          <a:xfrm>
            <a:off x="3810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0" name="Rectangle 57"/>
          <p:cNvSpPr>
            <a:spLocks noChangeArrowheads="1"/>
          </p:cNvSpPr>
          <p:nvPr/>
        </p:nvSpPr>
        <p:spPr bwMode="auto">
          <a:xfrm>
            <a:off x="4038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1" name="Rectangle 58"/>
          <p:cNvSpPr>
            <a:spLocks noChangeArrowheads="1"/>
          </p:cNvSpPr>
          <p:nvPr/>
        </p:nvSpPr>
        <p:spPr bwMode="auto">
          <a:xfrm>
            <a:off x="4267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2" name="Rectangle 59"/>
          <p:cNvSpPr>
            <a:spLocks noChangeArrowheads="1"/>
          </p:cNvSpPr>
          <p:nvPr/>
        </p:nvSpPr>
        <p:spPr bwMode="auto">
          <a:xfrm>
            <a:off x="4495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3" name="Rectangle 60"/>
          <p:cNvSpPr>
            <a:spLocks noChangeArrowheads="1"/>
          </p:cNvSpPr>
          <p:nvPr/>
        </p:nvSpPr>
        <p:spPr bwMode="auto">
          <a:xfrm>
            <a:off x="4724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4" name="Rectangle 61"/>
          <p:cNvSpPr>
            <a:spLocks noChangeArrowheads="1"/>
          </p:cNvSpPr>
          <p:nvPr/>
        </p:nvSpPr>
        <p:spPr bwMode="auto">
          <a:xfrm>
            <a:off x="4953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5" name="Rectangle 62"/>
          <p:cNvSpPr>
            <a:spLocks noChangeArrowheads="1"/>
          </p:cNvSpPr>
          <p:nvPr/>
        </p:nvSpPr>
        <p:spPr bwMode="auto">
          <a:xfrm>
            <a:off x="5181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6" name="Rectangle 63"/>
          <p:cNvSpPr>
            <a:spLocks noChangeArrowheads="1"/>
          </p:cNvSpPr>
          <p:nvPr/>
        </p:nvSpPr>
        <p:spPr bwMode="auto">
          <a:xfrm>
            <a:off x="5410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7" name="Rectangle 64"/>
          <p:cNvSpPr>
            <a:spLocks noChangeArrowheads="1"/>
          </p:cNvSpPr>
          <p:nvPr/>
        </p:nvSpPr>
        <p:spPr bwMode="auto">
          <a:xfrm>
            <a:off x="5638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8" name="Rectangle 65"/>
          <p:cNvSpPr>
            <a:spLocks noChangeArrowheads="1"/>
          </p:cNvSpPr>
          <p:nvPr/>
        </p:nvSpPr>
        <p:spPr bwMode="auto">
          <a:xfrm>
            <a:off x="5867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79" name="Rectangle 66"/>
          <p:cNvSpPr>
            <a:spLocks noChangeArrowheads="1"/>
          </p:cNvSpPr>
          <p:nvPr/>
        </p:nvSpPr>
        <p:spPr bwMode="auto">
          <a:xfrm>
            <a:off x="6096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0" name="Rectangle 67"/>
          <p:cNvSpPr>
            <a:spLocks noChangeArrowheads="1"/>
          </p:cNvSpPr>
          <p:nvPr/>
        </p:nvSpPr>
        <p:spPr bwMode="auto">
          <a:xfrm>
            <a:off x="2667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1" name="Rectangle 68"/>
          <p:cNvSpPr>
            <a:spLocks noChangeArrowheads="1"/>
          </p:cNvSpPr>
          <p:nvPr/>
        </p:nvSpPr>
        <p:spPr bwMode="auto">
          <a:xfrm>
            <a:off x="2895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2" name="Rectangle 69"/>
          <p:cNvSpPr>
            <a:spLocks noChangeArrowheads="1"/>
          </p:cNvSpPr>
          <p:nvPr/>
        </p:nvSpPr>
        <p:spPr bwMode="auto">
          <a:xfrm>
            <a:off x="3124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3" name="Rectangle 70"/>
          <p:cNvSpPr>
            <a:spLocks noChangeArrowheads="1"/>
          </p:cNvSpPr>
          <p:nvPr/>
        </p:nvSpPr>
        <p:spPr bwMode="auto">
          <a:xfrm>
            <a:off x="3352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4" name="Rectangle 71"/>
          <p:cNvSpPr>
            <a:spLocks noChangeArrowheads="1"/>
          </p:cNvSpPr>
          <p:nvPr/>
        </p:nvSpPr>
        <p:spPr bwMode="auto">
          <a:xfrm>
            <a:off x="3581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5" name="Rectangle 72"/>
          <p:cNvSpPr>
            <a:spLocks noChangeArrowheads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6" name="Rectangle 73"/>
          <p:cNvSpPr>
            <a:spLocks noChangeArrowheads="1"/>
          </p:cNvSpPr>
          <p:nvPr/>
        </p:nvSpPr>
        <p:spPr bwMode="auto">
          <a:xfrm>
            <a:off x="4038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7" name="Rectangle 74"/>
          <p:cNvSpPr>
            <a:spLocks noChangeArrowheads="1"/>
          </p:cNvSpPr>
          <p:nvPr/>
        </p:nvSpPr>
        <p:spPr bwMode="auto">
          <a:xfrm>
            <a:off x="4267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8" name="Rectangle 75"/>
          <p:cNvSpPr>
            <a:spLocks noChangeArrowheads="1"/>
          </p:cNvSpPr>
          <p:nvPr/>
        </p:nvSpPr>
        <p:spPr bwMode="auto">
          <a:xfrm>
            <a:off x="44958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89" name="Rectangle 76"/>
          <p:cNvSpPr>
            <a:spLocks noChangeArrowheads="1"/>
          </p:cNvSpPr>
          <p:nvPr/>
        </p:nvSpPr>
        <p:spPr bwMode="auto">
          <a:xfrm>
            <a:off x="47244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0" name="Rectangle 77"/>
          <p:cNvSpPr>
            <a:spLocks noChangeArrowheads="1"/>
          </p:cNvSpPr>
          <p:nvPr/>
        </p:nvSpPr>
        <p:spPr bwMode="auto">
          <a:xfrm>
            <a:off x="4953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1" name="Rectangle 78"/>
          <p:cNvSpPr>
            <a:spLocks noChangeArrowheads="1"/>
          </p:cNvSpPr>
          <p:nvPr/>
        </p:nvSpPr>
        <p:spPr bwMode="auto">
          <a:xfrm>
            <a:off x="5181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2" name="Rectangle 79"/>
          <p:cNvSpPr>
            <a:spLocks noChangeArrowheads="1"/>
          </p:cNvSpPr>
          <p:nvPr/>
        </p:nvSpPr>
        <p:spPr bwMode="auto">
          <a:xfrm>
            <a:off x="5410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3" name="Rectangle 80"/>
          <p:cNvSpPr>
            <a:spLocks noChangeArrowheads="1"/>
          </p:cNvSpPr>
          <p:nvPr/>
        </p:nvSpPr>
        <p:spPr bwMode="auto">
          <a:xfrm>
            <a:off x="5638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4" name="Rectangle 81"/>
          <p:cNvSpPr>
            <a:spLocks noChangeArrowheads="1"/>
          </p:cNvSpPr>
          <p:nvPr/>
        </p:nvSpPr>
        <p:spPr bwMode="auto">
          <a:xfrm>
            <a:off x="5867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5" name="Rectangle 82"/>
          <p:cNvSpPr>
            <a:spLocks noChangeArrowheads="1"/>
          </p:cNvSpPr>
          <p:nvPr/>
        </p:nvSpPr>
        <p:spPr bwMode="auto">
          <a:xfrm>
            <a:off x="6096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6" name="Rectangle 83"/>
          <p:cNvSpPr>
            <a:spLocks noChangeArrowheads="1"/>
          </p:cNvSpPr>
          <p:nvPr/>
        </p:nvSpPr>
        <p:spPr bwMode="auto">
          <a:xfrm>
            <a:off x="2667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7" name="Rectangle 84"/>
          <p:cNvSpPr>
            <a:spLocks noChangeArrowheads="1"/>
          </p:cNvSpPr>
          <p:nvPr/>
        </p:nvSpPr>
        <p:spPr bwMode="auto">
          <a:xfrm>
            <a:off x="2895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8" name="Rectangle 85"/>
          <p:cNvSpPr>
            <a:spLocks noChangeArrowheads="1"/>
          </p:cNvSpPr>
          <p:nvPr/>
        </p:nvSpPr>
        <p:spPr bwMode="auto">
          <a:xfrm>
            <a:off x="3124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8999" name="Rectangle 86"/>
          <p:cNvSpPr>
            <a:spLocks noChangeArrowheads="1"/>
          </p:cNvSpPr>
          <p:nvPr/>
        </p:nvSpPr>
        <p:spPr bwMode="auto">
          <a:xfrm>
            <a:off x="3352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0" name="Rectangle 87"/>
          <p:cNvSpPr>
            <a:spLocks noChangeArrowheads="1"/>
          </p:cNvSpPr>
          <p:nvPr/>
        </p:nvSpPr>
        <p:spPr bwMode="auto">
          <a:xfrm>
            <a:off x="3581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1" name="Rectangle 88"/>
          <p:cNvSpPr>
            <a:spLocks noChangeArrowheads="1"/>
          </p:cNvSpPr>
          <p:nvPr/>
        </p:nvSpPr>
        <p:spPr bwMode="auto">
          <a:xfrm>
            <a:off x="3810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2" name="Rectangle 89"/>
          <p:cNvSpPr>
            <a:spLocks noChangeArrowheads="1"/>
          </p:cNvSpPr>
          <p:nvPr/>
        </p:nvSpPr>
        <p:spPr bwMode="auto">
          <a:xfrm>
            <a:off x="40386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3" name="Rectangle 90"/>
          <p:cNvSpPr>
            <a:spLocks noChangeArrowheads="1"/>
          </p:cNvSpPr>
          <p:nvPr/>
        </p:nvSpPr>
        <p:spPr bwMode="auto">
          <a:xfrm>
            <a:off x="42672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4" name="Rectangle 91"/>
          <p:cNvSpPr>
            <a:spLocks noChangeArrowheads="1"/>
          </p:cNvSpPr>
          <p:nvPr/>
        </p:nvSpPr>
        <p:spPr bwMode="auto">
          <a:xfrm>
            <a:off x="4495800" y="34290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5" name="Rectangle 92"/>
          <p:cNvSpPr>
            <a:spLocks noChangeArrowheads="1"/>
          </p:cNvSpPr>
          <p:nvPr/>
        </p:nvSpPr>
        <p:spPr bwMode="auto">
          <a:xfrm>
            <a:off x="4724400" y="34290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6" name="Rectangle 93"/>
          <p:cNvSpPr>
            <a:spLocks noChangeArrowheads="1"/>
          </p:cNvSpPr>
          <p:nvPr/>
        </p:nvSpPr>
        <p:spPr bwMode="auto">
          <a:xfrm>
            <a:off x="49530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7" name="Rectangle 94"/>
          <p:cNvSpPr>
            <a:spLocks noChangeArrowheads="1"/>
          </p:cNvSpPr>
          <p:nvPr/>
        </p:nvSpPr>
        <p:spPr bwMode="auto">
          <a:xfrm>
            <a:off x="5181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8" name="Rectangle 95"/>
          <p:cNvSpPr>
            <a:spLocks noChangeArrowheads="1"/>
          </p:cNvSpPr>
          <p:nvPr/>
        </p:nvSpPr>
        <p:spPr bwMode="auto">
          <a:xfrm>
            <a:off x="5410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09" name="Rectangle 96"/>
          <p:cNvSpPr>
            <a:spLocks noChangeArrowheads="1"/>
          </p:cNvSpPr>
          <p:nvPr/>
        </p:nvSpPr>
        <p:spPr bwMode="auto">
          <a:xfrm>
            <a:off x="5638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0" name="Rectangle 97"/>
          <p:cNvSpPr>
            <a:spLocks noChangeArrowheads="1"/>
          </p:cNvSpPr>
          <p:nvPr/>
        </p:nvSpPr>
        <p:spPr bwMode="auto">
          <a:xfrm>
            <a:off x="5867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1" name="Rectangle 98"/>
          <p:cNvSpPr>
            <a:spLocks noChangeArrowheads="1"/>
          </p:cNvSpPr>
          <p:nvPr/>
        </p:nvSpPr>
        <p:spPr bwMode="auto">
          <a:xfrm>
            <a:off x="6096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2" name="Rectangle 99"/>
          <p:cNvSpPr>
            <a:spLocks noChangeArrowheads="1"/>
          </p:cNvSpPr>
          <p:nvPr/>
        </p:nvSpPr>
        <p:spPr bwMode="auto">
          <a:xfrm>
            <a:off x="2667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3" name="Rectangle 100"/>
          <p:cNvSpPr>
            <a:spLocks noChangeArrowheads="1"/>
          </p:cNvSpPr>
          <p:nvPr/>
        </p:nvSpPr>
        <p:spPr bwMode="auto">
          <a:xfrm>
            <a:off x="28956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4" name="Rectangle 101"/>
          <p:cNvSpPr>
            <a:spLocks noChangeArrowheads="1"/>
          </p:cNvSpPr>
          <p:nvPr/>
        </p:nvSpPr>
        <p:spPr bwMode="auto">
          <a:xfrm>
            <a:off x="3124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5" name="Rectangle 102"/>
          <p:cNvSpPr>
            <a:spLocks noChangeArrowheads="1"/>
          </p:cNvSpPr>
          <p:nvPr/>
        </p:nvSpPr>
        <p:spPr bwMode="auto">
          <a:xfrm>
            <a:off x="3352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6" name="Rectangle 103"/>
          <p:cNvSpPr>
            <a:spLocks noChangeArrowheads="1"/>
          </p:cNvSpPr>
          <p:nvPr/>
        </p:nvSpPr>
        <p:spPr bwMode="auto">
          <a:xfrm>
            <a:off x="3581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7" name="Rectangle 104"/>
          <p:cNvSpPr>
            <a:spLocks noChangeArrowheads="1"/>
          </p:cNvSpPr>
          <p:nvPr/>
        </p:nvSpPr>
        <p:spPr bwMode="auto">
          <a:xfrm>
            <a:off x="38100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8" name="Rectangle 105"/>
          <p:cNvSpPr>
            <a:spLocks noChangeArrowheads="1"/>
          </p:cNvSpPr>
          <p:nvPr/>
        </p:nvSpPr>
        <p:spPr bwMode="auto">
          <a:xfrm>
            <a:off x="4038600" y="36576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19" name="Rectangle 106"/>
          <p:cNvSpPr>
            <a:spLocks noChangeArrowheads="1"/>
          </p:cNvSpPr>
          <p:nvPr/>
        </p:nvSpPr>
        <p:spPr bwMode="auto">
          <a:xfrm>
            <a:off x="4267200" y="36576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0" name="Rectangle 107"/>
          <p:cNvSpPr>
            <a:spLocks noChangeArrowheads="1"/>
          </p:cNvSpPr>
          <p:nvPr/>
        </p:nvSpPr>
        <p:spPr bwMode="auto">
          <a:xfrm>
            <a:off x="4495800" y="36576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1" name="Rectangle 108"/>
          <p:cNvSpPr>
            <a:spLocks noChangeArrowheads="1"/>
          </p:cNvSpPr>
          <p:nvPr/>
        </p:nvSpPr>
        <p:spPr bwMode="auto">
          <a:xfrm>
            <a:off x="4724400" y="36576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2" name="Rectangle 109"/>
          <p:cNvSpPr>
            <a:spLocks noChangeArrowheads="1"/>
          </p:cNvSpPr>
          <p:nvPr/>
        </p:nvSpPr>
        <p:spPr bwMode="auto">
          <a:xfrm>
            <a:off x="4953000" y="36576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3" name="Rectangle 110"/>
          <p:cNvSpPr>
            <a:spLocks noChangeArrowheads="1"/>
          </p:cNvSpPr>
          <p:nvPr/>
        </p:nvSpPr>
        <p:spPr bwMode="auto">
          <a:xfrm>
            <a:off x="51816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4" name="Rectangle 111"/>
          <p:cNvSpPr>
            <a:spLocks noChangeArrowheads="1"/>
          </p:cNvSpPr>
          <p:nvPr/>
        </p:nvSpPr>
        <p:spPr bwMode="auto">
          <a:xfrm>
            <a:off x="5410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5" name="Rectangle 112"/>
          <p:cNvSpPr>
            <a:spLocks noChangeArrowheads="1"/>
          </p:cNvSpPr>
          <p:nvPr/>
        </p:nvSpPr>
        <p:spPr bwMode="auto">
          <a:xfrm>
            <a:off x="5638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6" name="Rectangle 113"/>
          <p:cNvSpPr>
            <a:spLocks noChangeArrowheads="1"/>
          </p:cNvSpPr>
          <p:nvPr/>
        </p:nvSpPr>
        <p:spPr bwMode="auto">
          <a:xfrm>
            <a:off x="5867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7" name="Rectangle 114"/>
          <p:cNvSpPr>
            <a:spLocks noChangeArrowheads="1"/>
          </p:cNvSpPr>
          <p:nvPr/>
        </p:nvSpPr>
        <p:spPr bwMode="auto">
          <a:xfrm>
            <a:off x="6096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8" name="Rectangle 115"/>
          <p:cNvSpPr>
            <a:spLocks noChangeArrowheads="1"/>
          </p:cNvSpPr>
          <p:nvPr/>
        </p:nvSpPr>
        <p:spPr bwMode="auto">
          <a:xfrm>
            <a:off x="2667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29" name="Rectangle 116"/>
          <p:cNvSpPr>
            <a:spLocks noChangeArrowheads="1"/>
          </p:cNvSpPr>
          <p:nvPr/>
        </p:nvSpPr>
        <p:spPr bwMode="auto">
          <a:xfrm>
            <a:off x="28956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0" name="Rectangle 117"/>
          <p:cNvSpPr>
            <a:spLocks noChangeArrowheads="1"/>
          </p:cNvSpPr>
          <p:nvPr/>
        </p:nvSpPr>
        <p:spPr bwMode="auto">
          <a:xfrm>
            <a:off x="3124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1" name="Rectangle 118"/>
          <p:cNvSpPr>
            <a:spLocks noChangeArrowheads="1"/>
          </p:cNvSpPr>
          <p:nvPr/>
        </p:nvSpPr>
        <p:spPr bwMode="auto">
          <a:xfrm>
            <a:off x="3352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2" name="Rectangle 119"/>
          <p:cNvSpPr>
            <a:spLocks noChangeArrowheads="1"/>
          </p:cNvSpPr>
          <p:nvPr/>
        </p:nvSpPr>
        <p:spPr bwMode="auto">
          <a:xfrm>
            <a:off x="3581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3" name="Rectangle 120"/>
          <p:cNvSpPr>
            <a:spLocks noChangeArrowheads="1"/>
          </p:cNvSpPr>
          <p:nvPr/>
        </p:nvSpPr>
        <p:spPr bwMode="auto">
          <a:xfrm>
            <a:off x="38100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4" name="Rectangle 121"/>
          <p:cNvSpPr>
            <a:spLocks noChangeArrowheads="1"/>
          </p:cNvSpPr>
          <p:nvPr/>
        </p:nvSpPr>
        <p:spPr bwMode="auto">
          <a:xfrm>
            <a:off x="4038600" y="38862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5" name="Rectangle 122"/>
          <p:cNvSpPr>
            <a:spLocks noChangeArrowheads="1"/>
          </p:cNvSpPr>
          <p:nvPr/>
        </p:nvSpPr>
        <p:spPr bwMode="auto">
          <a:xfrm>
            <a:off x="4267200" y="38862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6" name="Rectangle 123"/>
          <p:cNvSpPr>
            <a:spLocks noChangeArrowheads="1"/>
          </p:cNvSpPr>
          <p:nvPr/>
        </p:nvSpPr>
        <p:spPr bwMode="auto">
          <a:xfrm>
            <a:off x="4495800" y="38862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7" name="Rectangle 124"/>
          <p:cNvSpPr>
            <a:spLocks noChangeArrowheads="1"/>
          </p:cNvSpPr>
          <p:nvPr/>
        </p:nvSpPr>
        <p:spPr bwMode="auto">
          <a:xfrm>
            <a:off x="4724400" y="38862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8" name="Rectangle 125"/>
          <p:cNvSpPr>
            <a:spLocks noChangeArrowheads="1"/>
          </p:cNvSpPr>
          <p:nvPr/>
        </p:nvSpPr>
        <p:spPr bwMode="auto">
          <a:xfrm>
            <a:off x="4953000" y="38862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39" name="Rectangle 126"/>
          <p:cNvSpPr>
            <a:spLocks noChangeArrowheads="1"/>
          </p:cNvSpPr>
          <p:nvPr/>
        </p:nvSpPr>
        <p:spPr bwMode="auto">
          <a:xfrm>
            <a:off x="51816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0" name="Rectangle 127"/>
          <p:cNvSpPr>
            <a:spLocks noChangeArrowheads="1"/>
          </p:cNvSpPr>
          <p:nvPr/>
        </p:nvSpPr>
        <p:spPr bwMode="auto">
          <a:xfrm>
            <a:off x="5410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1" name="Rectangle 128"/>
          <p:cNvSpPr>
            <a:spLocks noChangeArrowheads="1"/>
          </p:cNvSpPr>
          <p:nvPr/>
        </p:nvSpPr>
        <p:spPr bwMode="auto">
          <a:xfrm>
            <a:off x="5638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2" name="Rectangle 129"/>
          <p:cNvSpPr>
            <a:spLocks noChangeArrowheads="1"/>
          </p:cNvSpPr>
          <p:nvPr/>
        </p:nvSpPr>
        <p:spPr bwMode="auto">
          <a:xfrm>
            <a:off x="5867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3" name="Rectangle 130"/>
          <p:cNvSpPr>
            <a:spLocks noChangeArrowheads="1"/>
          </p:cNvSpPr>
          <p:nvPr/>
        </p:nvSpPr>
        <p:spPr bwMode="auto">
          <a:xfrm>
            <a:off x="6096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4" name="Rectangle 131"/>
          <p:cNvSpPr>
            <a:spLocks noChangeArrowheads="1"/>
          </p:cNvSpPr>
          <p:nvPr/>
        </p:nvSpPr>
        <p:spPr bwMode="auto">
          <a:xfrm>
            <a:off x="2667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5" name="Rectangle 132"/>
          <p:cNvSpPr>
            <a:spLocks noChangeArrowheads="1"/>
          </p:cNvSpPr>
          <p:nvPr/>
        </p:nvSpPr>
        <p:spPr bwMode="auto">
          <a:xfrm>
            <a:off x="28956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6" name="Rectangle 133"/>
          <p:cNvSpPr>
            <a:spLocks noChangeArrowheads="1"/>
          </p:cNvSpPr>
          <p:nvPr/>
        </p:nvSpPr>
        <p:spPr bwMode="auto">
          <a:xfrm>
            <a:off x="3124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7" name="Rectangle 134"/>
          <p:cNvSpPr>
            <a:spLocks noChangeArrowheads="1"/>
          </p:cNvSpPr>
          <p:nvPr/>
        </p:nvSpPr>
        <p:spPr bwMode="auto">
          <a:xfrm>
            <a:off x="3352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8" name="Rectangle 135"/>
          <p:cNvSpPr>
            <a:spLocks noChangeArrowheads="1"/>
          </p:cNvSpPr>
          <p:nvPr/>
        </p:nvSpPr>
        <p:spPr bwMode="auto">
          <a:xfrm>
            <a:off x="3581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49" name="Rectangle 136"/>
          <p:cNvSpPr>
            <a:spLocks noChangeArrowheads="1"/>
          </p:cNvSpPr>
          <p:nvPr/>
        </p:nvSpPr>
        <p:spPr bwMode="auto">
          <a:xfrm>
            <a:off x="38100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0" name="Rectangle 137"/>
          <p:cNvSpPr>
            <a:spLocks noChangeArrowheads="1"/>
          </p:cNvSpPr>
          <p:nvPr/>
        </p:nvSpPr>
        <p:spPr bwMode="auto">
          <a:xfrm>
            <a:off x="40386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1" name="Rectangle 138"/>
          <p:cNvSpPr>
            <a:spLocks noChangeArrowheads="1"/>
          </p:cNvSpPr>
          <p:nvPr/>
        </p:nvSpPr>
        <p:spPr bwMode="auto">
          <a:xfrm>
            <a:off x="42672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2" name="Rectangle 139"/>
          <p:cNvSpPr>
            <a:spLocks noChangeArrowheads="1"/>
          </p:cNvSpPr>
          <p:nvPr/>
        </p:nvSpPr>
        <p:spPr bwMode="auto">
          <a:xfrm>
            <a:off x="44958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3" name="Rectangle 140"/>
          <p:cNvSpPr>
            <a:spLocks noChangeArrowheads="1"/>
          </p:cNvSpPr>
          <p:nvPr/>
        </p:nvSpPr>
        <p:spPr bwMode="auto">
          <a:xfrm>
            <a:off x="47244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4" name="Rectangle 141"/>
          <p:cNvSpPr>
            <a:spLocks noChangeArrowheads="1"/>
          </p:cNvSpPr>
          <p:nvPr/>
        </p:nvSpPr>
        <p:spPr bwMode="auto">
          <a:xfrm>
            <a:off x="49530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5" name="Rectangle 142"/>
          <p:cNvSpPr>
            <a:spLocks noChangeArrowheads="1"/>
          </p:cNvSpPr>
          <p:nvPr/>
        </p:nvSpPr>
        <p:spPr bwMode="auto">
          <a:xfrm>
            <a:off x="51816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6" name="Rectangle 143"/>
          <p:cNvSpPr>
            <a:spLocks noChangeArrowheads="1"/>
          </p:cNvSpPr>
          <p:nvPr/>
        </p:nvSpPr>
        <p:spPr bwMode="auto">
          <a:xfrm>
            <a:off x="5410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7" name="Rectangle 144"/>
          <p:cNvSpPr>
            <a:spLocks noChangeArrowheads="1"/>
          </p:cNvSpPr>
          <p:nvPr/>
        </p:nvSpPr>
        <p:spPr bwMode="auto">
          <a:xfrm>
            <a:off x="5638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8" name="Rectangle 145"/>
          <p:cNvSpPr>
            <a:spLocks noChangeArrowheads="1"/>
          </p:cNvSpPr>
          <p:nvPr/>
        </p:nvSpPr>
        <p:spPr bwMode="auto">
          <a:xfrm>
            <a:off x="5867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59" name="Rectangle 146"/>
          <p:cNvSpPr>
            <a:spLocks noChangeArrowheads="1"/>
          </p:cNvSpPr>
          <p:nvPr/>
        </p:nvSpPr>
        <p:spPr bwMode="auto">
          <a:xfrm>
            <a:off x="6096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0" name="Rectangle 147"/>
          <p:cNvSpPr>
            <a:spLocks noChangeArrowheads="1"/>
          </p:cNvSpPr>
          <p:nvPr/>
        </p:nvSpPr>
        <p:spPr bwMode="auto">
          <a:xfrm>
            <a:off x="2667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1" name="Rectangle 148"/>
          <p:cNvSpPr>
            <a:spLocks noChangeArrowheads="1"/>
          </p:cNvSpPr>
          <p:nvPr/>
        </p:nvSpPr>
        <p:spPr bwMode="auto">
          <a:xfrm>
            <a:off x="2895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2" name="Rectangle 149"/>
          <p:cNvSpPr>
            <a:spLocks noChangeArrowheads="1"/>
          </p:cNvSpPr>
          <p:nvPr/>
        </p:nvSpPr>
        <p:spPr bwMode="auto">
          <a:xfrm>
            <a:off x="3124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3" name="Rectangle 150"/>
          <p:cNvSpPr>
            <a:spLocks noChangeArrowheads="1"/>
          </p:cNvSpPr>
          <p:nvPr/>
        </p:nvSpPr>
        <p:spPr bwMode="auto">
          <a:xfrm>
            <a:off x="3352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4" name="Rectangle 151"/>
          <p:cNvSpPr>
            <a:spLocks noChangeArrowheads="1"/>
          </p:cNvSpPr>
          <p:nvPr/>
        </p:nvSpPr>
        <p:spPr bwMode="auto">
          <a:xfrm>
            <a:off x="35814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5" name="Rectangle 152"/>
          <p:cNvSpPr>
            <a:spLocks noChangeArrowheads="1"/>
          </p:cNvSpPr>
          <p:nvPr/>
        </p:nvSpPr>
        <p:spPr bwMode="auto">
          <a:xfrm>
            <a:off x="3810000" y="43434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6" name="Rectangle 153"/>
          <p:cNvSpPr>
            <a:spLocks noChangeArrowheads="1"/>
          </p:cNvSpPr>
          <p:nvPr/>
        </p:nvSpPr>
        <p:spPr bwMode="auto">
          <a:xfrm>
            <a:off x="4038600" y="43434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7" name="Rectangle 154"/>
          <p:cNvSpPr>
            <a:spLocks noChangeArrowheads="1"/>
          </p:cNvSpPr>
          <p:nvPr/>
        </p:nvSpPr>
        <p:spPr bwMode="auto">
          <a:xfrm>
            <a:off x="4267200" y="43434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8" name="Rectangle 155"/>
          <p:cNvSpPr>
            <a:spLocks noChangeArrowheads="1"/>
          </p:cNvSpPr>
          <p:nvPr/>
        </p:nvSpPr>
        <p:spPr bwMode="auto">
          <a:xfrm>
            <a:off x="4495800" y="43434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69" name="Rectangle 156"/>
          <p:cNvSpPr>
            <a:spLocks noChangeArrowheads="1"/>
          </p:cNvSpPr>
          <p:nvPr/>
        </p:nvSpPr>
        <p:spPr bwMode="auto">
          <a:xfrm>
            <a:off x="4724400" y="43434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0" name="Rectangle 157"/>
          <p:cNvSpPr>
            <a:spLocks noChangeArrowheads="1"/>
          </p:cNvSpPr>
          <p:nvPr/>
        </p:nvSpPr>
        <p:spPr bwMode="auto">
          <a:xfrm>
            <a:off x="49530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1" name="Rectangle 158"/>
          <p:cNvSpPr>
            <a:spLocks noChangeArrowheads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2" name="Rectangle 159"/>
          <p:cNvSpPr>
            <a:spLocks noChangeArrowheads="1"/>
          </p:cNvSpPr>
          <p:nvPr/>
        </p:nvSpPr>
        <p:spPr bwMode="auto">
          <a:xfrm>
            <a:off x="5410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3" name="Rectangle 160"/>
          <p:cNvSpPr>
            <a:spLocks noChangeArrowheads="1"/>
          </p:cNvSpPr>
          <p:nvPr/>
        </p:nvSpPr>
        <p:spPr bwMode="auto">
          <a:xfrm>
            <a:off x="5638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4" name="Rectangle 161"/>
          <p:cNvSpPr>
            <a:spLocks noChangeArrowheads="1"/>
          </p:cNvSpPr>
          <p:nvPr/>
        </p:nvSpPr>
        <p:spPr bwMode="auto">
          <a:xfrm>
            <a:off x="58674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5" name="Rectangle 162"/>
          <p:cNvSpPr>
            <a:spLocks noChangeArrowheads="1"/>
          </p:cNvSpPr>
          <p:nvPr/>
        </p:nvSpPr>
        <p:spPr bwMode="auto">
          <a:xfrm>
            <a:off x="6096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6" name="Rectangle 163"/>
          <p:cNvSpPr>
            <a:spLocks noChangeArrowheads="1"/>
          </p:cNvSpPr>
          <p:nvPr/>
        </p:nvSpPr>
        <p:spPr bwMode="auto">
          <a:xfrm>
            <a:off x="2667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7" name="Rectangle 164"/>
          <p:cNvSpPr>
            <a:spLocks noChangeArrowheads="1"/>
          </p:cNvSpPr>
          <p:nvPr/>
        </p:nvSpPr>
        <p:spPr bwMode="auto">
          <a:xfrm>
            <a:off x="2895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8" name="Rectangle 165"/>
          <p:cNvSpPr>
            <a:spLocks noChangeArrowheads="1"/>
          </p:cNvSpPr>
          <p:nvPr/>
        </p:nvSpPr>
        <p:spPr bwMode="auto">
          <a:xfrm>
            <a:off x="3124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79" name="Rectangle 166"/>
          <p:cNvSpPr>
            <a:spLocks noChangeArrowheads="1"/>
          </p:cNvSpPr>
          <p:nvPr/>
        </p:nvSpPr>
        <p:spPr bwMode="auto">
          <a:xfrm>
            <a:off x="3352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0" name="Rectangle 167"/>
          <p:cNvSpPr>
            <a:spLocks noChangeArrowheads="1"/>
          </p:cNvSpPr>
          <p:nvPr/>
        </p:nvSpPr>
        <p:spPr bwMode="auto">
          <a:xfrm>
            <a:off x="35814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1" name="Rectangle 168"/>
          <p:cNvSpPr>
            <a:spLocks noChangeArrowheads="1"/>
          </p:cNvSpPr>
          <p:nvPr/>
        </p:nvSpPr>
        <p:spPr bwMode="auto">
          <a:xfrm>
            <a:off x="3810000" y="45720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2" name="Rectangle 169"/>
          <p:cNvSpPr>
            <a:spLocks noChangeArrowheads="1"/>
          </p:cNvSpPr>
          <p:nvPr/>
        </p:nvSpPr>
        <p:spPr bwMode="auto">
          <a:xfrm>
            <a:off x="4038600" y="45720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3" name="Rectangle 170"/>
          <p:cNvSpPr>
            <a:spLocks noChangeArrowheads="1"/>
          </p:cNvSpPr>
          <p:nvPr/>
        </p:nvSpPr>
        <p:spPr bwMode="auto">
          <a:xfrm>
            <a:off x="4267200" y="45720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4" name="Rectangle 171"/>
          <p:cNvSpPr>
            <a:spLocks noChangeArrowheads="1"/>
          </p:cNvSpPr>
          <p:nvPr/>
        </p:nvSpPr>
        <p:spPr bwMode="auto">
          <a:xfrm>
            <a:off x="4495800" y="45720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5" name="Rectangle 172"/>
          <p:cNvSpPr>
            <a:spLocks noChangeArrowheads="1"/>
          </p:cNvSpPr>
          <p:nvPr/>
        </p:nvSpPr>
        <p:spPr bwMode="auto">
          <a:xfrm>
            <a:off x="4724400" y="45720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6" name="Rectangle 173"/>
          <p:cNvSpPr>
            <a:spLocks noChangeArrowheads="1"/>
          </p:cNvSpPr>
          <p:nvPr/>
        </p:nvSpPr>
        <p:spPr bwMode="auto">
          <a:xfrm>
            <a:off x="49530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7" name="Rectangle 174"/>
          <p:cNvSpPr>
            <a:spLocks noChangeArrowheads="1"/>
          </p:cNvSpPr>
          <p:nvPr/>
        </p:nvSpPr>
        <p:spPr bwMode="auto">
          <a:xfrm>
            <a:off x="5181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8" name="Rectangle 175"/>
          <p:cNvSpPr>
            <a:spLocks noChangeArrowheads="1"/>
          </p:cNvSpPr>
          <p:nvPr/>
        </p:nvSpPr>
        <p:spPr bwMode="auto">
          <a:xfrm>
            <a:off x="5410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89" name="Rectangle 176"/>
          <p:cNvSpPr>
            <a:spLocks noChangeArrowheads="1"/>
          </p:cNvSpPr>
          <p:nvPr/>
        </p:nvSpPr>
        <p:spPr bwMode="auto">
          <a:xfrm>
            <a:off x="5638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0" name="Rectangle 177"/>
          <p:cNvSpPr>
            <a:spLocks noChangeArrowheads="1"/>
          </p:cNvSpPr>
          <p:nvPr/>
        </p:nvSpPr>
        <p:spPr bwMode="auto">
          <a:xfrm>
            <a:off x="58674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1" name="Rectangle 178"/>
          <p:cNvSpPr>
            <a:spLocks noChangeArrowheads="1"/>
          </p:cNvSpPr>
          <p:nvPr/>
        </p:nvSpPr>
        <p:spPr bwMode="auto">
          <a:xfrm>
            <a:off x="6096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2" name="Rectangle 179"/>
          <p:cNvSpPr>
            <a:spLocks noChangeArrowheads="1"/>
          </p:cNvSpPr>
          <p:nvPr/>
        </p:nvSpPr>
        <p:spPr bwMode="auto">
          <a:xfrm>
            <a:off x="2667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3" name="Rectangle 180"/>
          <p:cNvSpPr>
            <a:spLocks noChangeArrowheads="1"/>
          </p:cNvSpPr>
          <p:nvPr/>
        </p:nvSpPr>
        <p:spPr bwMode="auto">
          <a:xfrm>
            <a:off x="2895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4" name="Rectangle 181"/>
          <p:cNvSpPr>
            <a:spLocks noChangeArrowheads="1"/>
          </p:cNvSpPr>
          <p:nvPr/>
        </p:nvSpPr>
        <p:spPr bwMode="auto">
          <a:xfrm>
            <a:off x="3124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5" name="Rectangle 182"/>
          <p:cNvSpPr>
            <a:spLocks noChangeArrowheads="1"/>
          </p:cNvSpPr>
          <p:nvPr/>
        </p:nvSpPr>
        <p:spPr bwMode="auto">
          <a:xfrm>
            <a:off x="3352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6" name="Rectangle 183"/>
          <p:cNvSpPr>
            <a:spLocks noChangeArrowheads="1"/>
          </p:cNvSpPr>
          <p:nvPr/>
        </p:nvSpPr>
        <p:spPr bwMode="auto">
          <a:xfrm>
            <a:off x="3581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7" name="Rectangle 184"/>
          <p:cNvSpPr>
            <a:spLocks noChangeArrowheads="1"/>
          </p:cNvSpPr>
          <p:nvPr/>
        </p:nvSpPr>
        <p:spPr bwMode="auto">
          <a:xfrm>
            <a:off x="3810000" y="48006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8" name="Rectangle 185"/>
          <p:cNvSpPr>
            <a:spLocks noChangeArrowheads="1"/>
          </p:cNvSpPr>
          <p:nvPr/>
        </p:nvSpPr>
        <p:spPr bwMode="auto">
          <a:xfrm>
            <a:off x="4038600" y="48006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099" name="Rectangle 186"/>
          <p:cNvSpPr>
            <a:spLocks noChangeArrowheads="1"/>
          </p:cNvSpPr>
          <p:nvPr/>
        </p:nvSpPr>
        <p:spPr bwMode="auto">
          <a:xfrm>
            <a:off x="4267200" y="48006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0" name="Rectangle 187"/>
          <p:cNvSpPr>
            <a:spLocks noChangeArrowheads="1"/>
          </p:cNvSpPr>
          <p:nvPr/>
        </p:nvSpPr>
        <p:spPr bwMode="auto">
          <a:xfrm>
            <a:off x="44958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1" name="Rectangle 188"/>
          <p:cNvSpPr>
            <a:spLocks noChangeArrowheads="1"/>
          </p:cNvSpPr>
          <p:nvPr/>
        </p:nvSpPr>
        <p:spPr bwMode="auto">
          <a:xfrm>
            <a:off x="4724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2" name="Rectangle 189"/>
          <p:cNvSpPr>
            <a:spLocks noChangeArrowheads="1"/>
          </p:cNvSpPr>
          <p:nvPr/>
        </p:nvSpPr>
        <p:spPr bwMode="auto">
          <a:xfrm>
            <a:off x="4953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3" name="Rectangle 190"/>
          <p:cNvSpPr>
            <a:spLocks noChangeArrowheads="1"/>
          </p:cNvSpPr>
          <p:nvPr/>
        </p:nvSpPr>
        <p:spPr bwMode="auto">
          <a:xfrm>
            <a:off x="5181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4" name="Rectangle 191"/>
          <p:cNvSpPr>
            <a:spLocks noChangeArrowheads="1"/>
          </p:cNvSpPr>
          <p:nvPr/>
        </p:nvSpPr>
        <p:spPr bwMode="auto">
          <a:xfrm>
            <a:off x="5410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5" name="Rectangle 192"/>
          <p:cNvSpPr>
            <a:spLocks noChangeArrowheads="1"/>
          </p:cNvSpPr>
          <p:nvPr/>
        </p:nvSpPr>
        <p:spPr bwMode="auto">
          <a:xfrm>
            <a:off x="5638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6" name="Rectangle 193"/>
          <p:cNvSpPr>
            <a:spLocks noChangeArrowheads="1"/>
          </p:cNvSpPr>
          <p:nvPr/>
        </p:nvSpPr>
        <p:spPr bwMode="auto">
          <a:xfrm>
            <a:off x="58674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7" name="Rectangle 194"/>
          <p:cNvSpPr>
            <a:spLocks noChangeArrowheads="1"/>
          </p:cNvSpPr>
          <p:nvPr/>
        </p:nvSpPr>
        <p:spPr bwMode="auto">
          <a:xfrm>
            <a:off x="6096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8" name="Rectangle 195"/>
          <p:cNvSpPr>
            <a:spLocks noChangeArrowheads="1"/>
          </p:cNvSpPr>
          <p:nvPr/>
        </p:nvSpPr>
        <p:spPr bwMode="auto">
          <a:xfrm>
            <a:off x="2667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09" name="Rectangle 196"/>
          <p:cNvSpPr>
            <a:spLocks noChangeArrowheads="1"/>
          </p:cNvSpPr>
          <p:nvPr/>
        </p:nvSpPr>
        <p:spPr bwMode="auto">
          <a:xfrm>
            <a:off x="2895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0" name="Rectangle 197"/>
          <p:cNvSpPr>
            <a:spLocks noChangeArrowheads="1"/>
          </p:cNvSpPr>
          <p:nvPr/>
        </p:nvSpPr>
        <p:spPr bwMode="auto">
          <a:xfrm>
            <a:off x="3124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1" name="Rectangle 198"/>
          <p:cNvSpPr>
            <a:spLocks noChangeArrowheads="1"/>
          </p:cNvSpPr>
          <p:nvPr/>
        </p:nvSpPr>
        <p:spPr bwMode="auto">
          <a:xfrm>
            <a:off x="3352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2" name="Rectangle 199"/>
          <p:cNvSpPr>
            <a:spLocks noChangeArrowheads="1"/>
          </p:cNvSpPr>
          <p:nvPr/>
        </p:nvSpPr>
        <p:spPr bwMode="auto">
          <a:xfrm>
            <a:off x="3581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3" name="Rectangle 200"/>
          <p:cNvSpPr>
            <a:spLocks noChangeArrowheads="1"/>
          </p:cNvSpPr>
          <p:nvPr/>
        </p:nvSpPr>
        <p:spPr bwMode="auto">
          <a:xfrm>
            <a:off x="38100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4" name="Rectangle 201"/>
          <p:cNvSpPr>
            <a:spLocks noChangeArrowheads="1"/>
          </p:cNvSpPr>
          <p:nvPr/>
        </p:nvSpPr>
        <p:spPr bwMode="auto">
          <a:xfrm>
            <a:off x="40386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5" name="Rectangle 202"/>
          <p:cNvSpPr>
            <a:spLocks noChangeArrowheads="1"/>
          </p:cNvSpPr>
          <p:nvPr/>
        </p:nvSpPr>
        <p:spPr bwMode="auto">
          <a:xfrm>
            <a:off x="42672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6" name="Rectangle 203"/>
          <p:cNvSpPr>
            <a:spLocks noChangeArrowheads="1"/>
          </p:cNvSpPr>
          <p:nvPr/>
        </p:nvSpPr>
        <p:spPr bwMode="auto">
          <a:xfrm>
            <a:off x="4495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7" name="Rectangle 204"/>
          <p:cNvSpPr>
            <a:spLocks noChangeArrowheads="1"/>
          </p:cNvSpPr>
          <p:nvPr/>
        </p:nvSpPr>
        <p:spPr bwMode="auto">
          <a:xfrm>
            <a:off x="4724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8" name="Rectangle 205"/>
          <p:cNvSpPr>
            <a:spLocks noChangeArrowheads="1"/>
          </p:cNvSpPr>
          <p:nvPr/>
        </p:nvSpPr>
        <p:spPr bwMode="auto">
          <a:xfrm>
            <a:off x="4953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19" name="Rectangle 206"/>
          <p:cNvSpPr>
            <a:spLocks noChangeArrowheads="1"/>
          </p:cNvSpPr>
          <p:nvPr/>
        </p:nvSpPr>
        <p:spPr bwMode="auto">
          <a:xfrm>
            <a:off x="5181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0" name="Rectangle 207"/>
          <p:cNvSpPr>
            <a:spLocks noChangeArrowheads="1"/>
          </p:cNvSpPr>
          <p:nvPr/>
        </p:nvSpPr>
        <p:spPr bwMode="auto">
          <a:xfrm>
            <a:off x="5410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1" name="Rectangle 208"/>
          <p:cNvSpPr>
            <a:spLocks noChangeArrowheads="1"/>
          </p:cNvSpPr>
          <p:nvPr/>
        </p:nvSpPr>
        <p:spPr bwMode="auto">
          <a:xfrm>
            <a:off x="5638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2" name="Rectangle 209"/>
          <p:cNvSpPr>
            <a:spLocks noChangeArrowheads="1"/>
          </p:cNvSpPr>
          <p:nvPr/>
        </p:nvSpPr>
        <p:spPr bwMode="auto">
          <a:xfrm>
            <a:off x="5867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3" name="Rectangle 210"/>
          <p:cNvSpPr>
            <a:spLocks noChangeArrowheads="1"/>
          </p:cNvSpPr>
          <p:nvPr/>
        </p:nvSpPr>
        <p:spPr bwMode="auto">
          <a:xfrm>
            <a:off x="6096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4" name="Rectangle 211"/>
          <p:cNvSpPr>
            <a:spLocks noChangeArrowheads="1"/>
          </p:cNvSpPr>
          <p:nvPr/>
        </p:nvSpPr>
        <p:spPr bwMode="auto">
          <a:xfrm>
            <a:off x="2667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5" name="Rectangle 212"/>
          <p:cNvSpPr>
            <a:spLocks noChangeArrowheads="1"/>
          </p:cNvSpPr>
          <p:nvPr/>
        </p:nvSpPr>
        <p:spPr bwMode="auto">
          <a:xfrm>
            <a:off x="2895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6" name="Rectangle 213"/>
          <p:cNvSpPr>
            <a:spLocks noChangeArrowheads="1"/>
          </p:cNvSpPr>
          <p:nvPr/>
        </p:nvSpPr>
        <p:spPr bwMode="auto">
          <a:xfrm>
            <a:off x="3124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7" name="Rectangle 214"/>
          <p:cNvSpPr>
            <a:spLocks noChangeArrowheads="1"/>
          </p:cNvSpPr>
          <p:nvPr/>
        </p:nvSpPr>
        <p:spPr bwMode="auto">
          <a:xfrm>
            <a:off x="3352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8" name="Rectangle 215"/>
          <p:cNvSpPr>
            <a:spLocks noChangeArrowheads="1"/>
          </p:cNvSpPr>
          <p:nvPr/>
        </p:nvSpPr>
        <p:spPr bwMode="auto">
          <a:xfrm>
            <a:off x="3581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29" name="Rectangle 216"/>
          <p:cNvSpPr>
            <a:spLocks noChangeArrowheads="1"/>
          </p:cNvSpPr>
          <p:nvPr/>
        </p:nvSpPr>
        <p:spPr bwMode="auto">
          <a:xfrm>
            <a:off x="3810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0" name="Rectangle 217"/>
          <p:cNvSpPr>
            <a:spLocks noChangeArrowheads="1"/>
          </p:cNvSpPr>
          <p:nvPr/>
        </p:nvSpPr>
        <p:spPr bwMode="auto">
          <a:xfrm>
            <a:off x="4038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1" name="Rectangle 218"/>
          <p:cNvSpPr>
            <a:spLocks noChangeArrowheads="1"/>
          </p:cNvSpPr>
          <p:nvPr/>
        </p:nvSpPr>
        <p:spPr bwMode="auto">
          <a:xfrm>
            <a:off x="4267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2" name="Rectangle 219"/>
          <p:cNvSpPr>
            <a:spLocks noChangeArrowheads="1"/>
          </p:cNvSpPr>
          <p:nvPr/>
        </p:nvSpPr>
        <p:spPr bwMode="auto">
          <a:xfrm>
            <a:off x="4495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3" name="Rectangle 220"/>
          <p:cNvSpPr>
            <a:spLocks noChangeArrowheads="1"/>
          </p:cNvSpPr>
          <p:nvPr/>
        </p:nvSpPr>
        <p:spPr bwMode="auto">
          <a:xfrm>
            <a:off x="4724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4" name="Rectangle 221"/>
          <p:cNvSpPr>
            <a:spLocks noChangeArrowheads="1"/>
          </p:cNvSpPr>
          <p:nvPr/>
        </p:nvSpPr>
        <p:spPr bwMode="auto">
          <a:xfrm>
            <a:off x="4953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5" name="Rectangle 222"/>
          <p:cNvSpPr>
            <a:spLocks noChangeArrowheads="1"/>
          </p:cNvSpPr>
          <p:nvPr/>
        </p:nvSpPr>
        <p:spPr bwMode="auto">
          <a:xfrm>
            <a:off x="5181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6" name="Rectangle 223"/>
          <p:cNvSpPr>
            <a:spLocks noChangeArrowheads="1"/>
          </p:cNvSpPr>
          <p:nvPr/>
        </p:nvSpPr>
        <p:spPr bwMode="auto">
          <a:xfrm>
            <a:off x="5410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7" name="Rectangle 224"/>
          <p:cNvSpPr>
            <a:spLocks noChangeArrowheads="1"/>
          </p:cNvSpPr>
          <p:nvPr/>
        </p:nvSpPr>
        <p:spPr bwMode="auto">
          <a:xfrm>
            <a:off x="5638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8" name="Rectangle 225"/>
          <p:cNvSpPr>
            <a:spLocks noChangeArrowheads="1"/>
          </p:cNvSpPr>
          <p:nvPr/>
        </p:nvSpPr>
        <p:spPr bwMode="auto">
          <a:xfrm>
            <a:off x="5867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39" name="Rectangle 226"/>
          <p:cNvSpPr>
            <a:spLocks noChangeArrowheads="1"/>
          </p:cNvSpPr>
          <p:nvPr/>
        </p:nvSpPr>
        <p:spPr bwMode="auto">
          <a:xfrm>
            <a:off x="6096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0" name="Rectangle 227"/>
          <p:cNvSpPr>
            <a:spLocks noChangeArrowheads="1"/>
          </p:cNvSpPr>
          <p:nvPr/>
        </p:nvSpPr>
        <p:spPr bwMode="auto">
          <a:xfrm>
            <a:off x="2667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1" name="Rectangle 228"/>
          <p:cNvSpPr>
            <a:spLocks noChangeArrowheads="1"/>
          </p:cNvSpPr>
          <p:nvPr/>
        </p:nvSpPr>
        <p:spPr bwMode="auto">
          <a:xfrm>
            <a:off x="2895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2" name="Rectangle 229"/>
          <p:cNvSpPr>
            <a:spLocks noChangeArrowheads="1"/>
          </p:cNvSpPr>
          <p:nvPr/>
        </p:nvSpPr>
        <p:spPr bwMode="auto">
          <a:xfrm>
            <a:off x="3124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3" name="Rectangle 230"/>
          <p:cNvSpPr>
            <a:spLocks noChangeArrowheads="1"/>
          </p:cNvSpPr>
          <p:nvPr/>
        </p:nvSpPr>
        <p:spPr bwMode="auto">
          <a:xfrm>
            <a:off x="3352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4" name="Rectangle 231"/>
          <p:cNvSpPr>
            <a:spLocks noChangeArrowheads="1"/>
          </p:cNvSpPr>
          <p:nvPr/>
        </p:nvSpPr>
        <p:spPr bwMode="auto">
          <a:xfrm>
            <a:off x="3581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5" name="Rectangle 232"/>
          <p:cNvSpPr>
            <a:spLocks noChangeArrowheads="1"/>
          </p:cNvSpPr>
          <p:nvPr/>
        </p:nvSpPr>
        <p:spPr bwMode="auto">
          <a:xfrm>
            <a:off x="3810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6" name="Rectangle 233"/>
          <p:cNvSpPr>
            <a:spLocks noChangeArrowheads="1"/>
          </p:cNvSpPr>
          <p:nvPr/>
        </p:nvSpPr>
        <p:spPr bwMode="auto">
          <a:xfrm>
            <a:off x="4038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7" name="Rectangle 234"/>
          <p:cNvSpPr>
            <a:spLocks noChangeArrowheads="1"/>
          </p:cNvSpPr>
          <p:nvPr/>
        </p:nvSpPr>
        <p:spPr bwMode="auto">
          <a:xfrm>
            <a:off x="4267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8" name="Rectangle 235"/>
          <p:cNvSpPr>
            <a:spLocks noChangeArrowheads="1"/>
          </p:cNvSpPr>
          <p:nvPr/>
        </p:nvSpPr>
        <p:spPr bwMode="auto">
          <a:xfrm>
            <a:off x="4495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49" name="Rectangle 236"/>
          <p:cNvSpPr>
            <a:spLocks noChangeArrowheads="1"/>
          </p:cNvSpPr>
          <p:nvPr/>
        </p:nvSpPr>
        <p:spPr bwMode="auto">
          <a:xfrm>
            <a:off x="4724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0" name="Rectangle 237"/>
          <p:cNvSpPr>
            <a:spLocks noChangeArrowheads="1"/>
          </p:cNvSpPr>
          <p:nvPr/>
        </p:nvSpPr>
        <p:spPr bwMode="auto">
          <a:xfrm>
            <a:off x="4953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1" name="Rectangle 238"/>
          <p:cNvSpPr>
            <a:spLocks noChangeArrowheads="1"/>
          </p:cNvSpPr>
          <p:nvPr/>
        </p:nvSpPr>
        <p:spPr bwMode="auto">
          <a:xfrm>
            <a:off x="5181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2" name="Rectangle 239"/>
          <p:cNvSpPr>
            <a:spLocks noChangeArrowheads="1"/>
          </p:cNvSpPr>
          <p:nvPr/>
        </p:nvSpPr>
        <p:spPr bwMode="auto">
          <a:xfrm>
            <a:off x="5410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3" name="Rectangle 240"/>
          <p:cNvSpPr>
            <a:spLocks noChangeArrowheads="1"/>
          </p:cNvSpPr>
          <p:nvPr/>
        </p:nvSpPr>
        <p:spPr bwMode="auto">
          <a:xfrm>
            <a:off x="5638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4" name="Rectangle 241"/>
          <p:cNvSpPr>
            <a:spLocks noChangeArrowheads="1"/>
          </p:cNvSpPr>
          <p:nvPr/>
        </p:nvSpPr>
        <p:spPr bwMode="auto">
          <a:xfrm>
            <a:off x="5867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5" name="Rectangle 242"/>
          <p:cNvSpPr>
            <a:spLocks noChangeArrowheads="1"/>
          </p:cNvSpPr>
          <p:nvPr/>
        </p:nvSpPr>
        <p:spPr bwMode="auto">
          <a:xfrm>
            <a:off x="6096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6" name="Rectangle 243"/>
          <p:cNvSpPr>
            <a:spLocks noChangeArrowheads="1"/>
          </p:cNvSpPr>
          <p:nvPr/>
        </p:nvSpPr>
        <p:spPr bwMode="auto">
          <a:xfrm>
            <a:off x="2667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7" name="Rectangle 244"/>
          <p:cNvSpPr>
            <a:spLocks noChangeArrowheads="1"/>
          </p:cNvSpPr>
          <p:nvPr/>
        </p:nvSpPr>
        <p:spPr bwMode="auto">
          <a:xfrm>
            <a:off x="2895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8" name="Rectangle 245"/>
          <p:cNvSpPr>
            <a:spLocks noChangeArrowheads="1"/>
          </p:cNvSpPr>
          <p:nvPr/>
        </p:nvSpPr>
        <p:spPr bwMode="auto">
          <a:xfrm>
            <a:off x="3124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59" name="Rectangle 246"/>
          <p:cNvSpPr>
            <a:spLocks noChangeArrowheads="1"/>
          </p:cNvSpPr>
          <p:nvPr/>
        </p:nvSpPr>
        <p:spPr bwMode="auto">
          <a:xfrm>
            <a:off x="3352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0" name="Rectangle 247"/>
          <p:cNvSpPr>
            <a:spLocks noChangeArrowheads="1"/>
          </p:cNvSpPr>
          <p:nvPr/>
        </p:nvSpPr>
        <p:spPr bwMode="auto">
          <a:xfrm>
            <a:off x="3581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1" name="Rectangle 248"/>
          <p:cNvSpPr>
            <a:spLocks noChangeArrowheads="1"/>
          </p:cNvSpPr>
          <p:nvPr/>
        </p:nvSpPr>
        <p:spPr bwMode="auto">
          <a:xfrm>
            <a:off x="3810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2" name="Rectangle 249"/>
          <p:cNvSpPr>
            <a:spLocks noChangeArrowheads="1"/>
          </p:cNvSpPr>
          <p:nvPr/>
        </p:nvSpPr>
        <p:spPr bwMode="auto">
          <a:xfrm>
            <a:off x="4038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3" name="Rectangle 250"/>
          <p:cNvSpPr>
            <a:spLocks noChangeArrowheads="1"/>
          </p:cNvSpPr>
          <p:nvPr/>
        </p:nvSpPr>
        <p:spPr bwMode="auto">
          <a:xfrm>
            <a:off x="4267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4" name="Rectangle 251"/>
          <p:cNvSpPr>
            <a:spLocks noChangeArrowheads="1"/>
          </p:cNvSpPr>
          <p:nvPr/>
        </p:nvSpPr>
        <p:spPr bwMode="auto">
          <a:xfrm>
            <a:off x="4495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5" name="Rectangle 252"/>
          <p:cNvSpPr>
            <a:spLocks noChangeArrowheads="1"/>
          </p:cNvSpPr>
          <p:nvPr/>
        </p:nvSpPr>
        <p:spPr bwMode="auto">
          <a:xfrm>
            <a:off x="4724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6" name="Rectangle 253"/>
          <p:cNvSpPr>
            <a:spLocks noChangeArrowheads="1"/>
          </p:cNvSpPr>
          <p:nvPr/>
        </p:nvSpPr>
        <p:spPr bwMode="auto">
          <a:xfrm>
            <a:off x="4953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7" name="Rectangle 254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8" name="Rectangle 255"/>
          <p:cNvSpPr>
            <a:spLocks noChangeArrowheads="1"/>
          </p:cNvSpPr>
          <p:nvPr/>
        </p:nvSpPr>
        <p:spPr bwMode="auto">
          <a:xfrm>
            <a:off x="5410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69" name="Rectangle 256"/>
          <p:cNvSpPr>
            <a:spLocks noChangeArrowheads="1"/>
          </p:cNvSpPr>
          <p:nvPr/>
        </p:nvSpPr>
        <p:spPr bwMode="auto">
          <a:xfrm>
            <a:off x="5638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70" name="Rectangle 257"/>
          <p:cNvSpPr>
            <a:spLocks noChangeArrowheads="1"/>
          </p:cNvSpPr>
          <p:nvPr/>
        </p:nvSpPr>
        <p:spPr bwMode="auto">
          <a:xfrm>
            <a:off x="5867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71" name="Rectangle 258"/>
          <p:cNvSpPr>
            <a:spLocks noChangeArrowheads="1"/>
          </p:cNvSpPr>
          <p:nvPr/>
        </p:nvSpPr>
        <p:spPr bwMode="auto">
          <a:xfrm>
            <a:off x="6096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cxnSp>
        <p:nvCxnSpPr>
          <p:cNvPr id="39172" name="Straight Connector 262"/>
          <p:cNvCxnSpPr>
            <a:cxnSpLocks noChangeShapeType="1"/>
          </p:cNvCxnSpPr>
          <p:nvPr/>
        </p:nvCxnSpPr>
        <p:spPr bwMode="auto">
          <a:xfrm flipH="1" flipV="1">
            <a:off x="4267200" y="4114800"/>
            <a:ext cx="228600" cy="2286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173" name="Straight Connector 264"/>
          <p:cNvCxnSpPr>
            <a:cxnSpLocks noChangeShapeType="1"/>
          </p:cNvCxnSpPr>
          <p:nvPr/>
        </p:nvCxnSpPr>
        <p:spPr bwMode="auto">
          <a:xfrm flipH="1">
            <a:off x="4267200" y="4114800"/>
            <a:ext cx="228600" cy="2286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174" name="Rectangle 261"/>
          <p:cNvSpPr>
            <a:spLocks noChangeArrowheads="1"/>
          </p:cNvSpPr>
          <p:nvPr/>
        </p:nvSpPr>
        <p:spPr bwMode="auto">
          <a:xfrm>
            <a:off x="6553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175" name="Rectangle 263"/>
          <p:cNvSpPr>
            <a:spLocks noChangeArrowheads="1"/>
          </p:cNvSpPr>
          <p:nvPr/>
        </p:nvSpPr>
        <p:spPr bwMode="auto">
          <a:xfrm>
            <a:off x="7010400" y="36576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cxnSp>
        <p:nvCxnSpPr>
          <p:cNvPr id="39176" name="Straight Arrow Connector 266"/>
          <p:cNvCxnSpPr>
            <a:cxnSpLocks noChangeShapeType="1"/>
            <a:stCxn id="39174" idx="3"/>
            <a:endCxn id="39175" idx="1"/>
          </p:cNvCxnSpPr>
          <p:nvPr/>
        </p:nvCxnSpPr>
        <p:spPr bwMode="auto">
          <a:xfrm>
            <a:off x="6781800" y="3771900"/>
            <a:ext cx="228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588554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Flood Fill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First step: Paint the first pixel </a:t>
            </a:r>
          </a:p>
        </p:txBody>
      </p:sp>
      <p:sp>
        <p:nvSpPr>
          <p:cNvPr id="39940" name="Rectangle 3"/>
          <p:cNvSpPr>
            <a:spLocks noChangeArrowheads="1"/>
          </p:cNvSpPr>
          <p:nvPr/>
        </p:nvSpPr>
        <p:spPr bwMode="auto">
          <a:xfrm>
            <a:off x="2667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2895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42" name="Rectangle 5"/>
          <p:cNvSpPr>
            <a:spLocks noChangeArrowheads="1"/>
          </p:cNvSpPr>
          <p:nvPr/>
        </p:nvSpPr>
        <p:spPr bwMode="auto">
          <a:xfrm>
            <a:off x="3124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43" name="Rectangle 6"/>
          <p:cNvSpPr>
            <a:spLocks noChangeArrowheads="1"/>
          </p:cNvSpPr>
          <p:nvPr/>
        </p:nvSpPr>
        <p:spPr bwMode="auto">
          <a:xfrm>
            <a:off x="3352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44" name="Rectangle 7"/>
          <p:cNvSpPr>
            <a:spLocks noChangeArrowheads="1"/>
          </p:cNvSpPr>
          <p:nvPr/>
        </p:nvSpPr>
        <p:spPr bwMode="auto">
          <a:xfrm>
            <a:off x="3581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45" name="Rectangle 8"/>
          <p:cNvSpPr>
            <a:spLocks noChangeArrowheads="1"/>
          </p:cNvSpPr>
          <p:nvPr/>
        </p:nvSpPr>
        <p:spPr bwMode="auto">
          <a:xfrm>
            <a:off x="3810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46" name="Rectangle 9"/>
          <p:cNvSpPr>
            <a:spLocks noChangeArrowheads="1"/>
          </p:cNvSpPr>
          <p:nvPr/>
        </p:nvSpPr>
        <p:spPr bwMode="auto">
          <a:xfrm>
            <a:off x="4038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47" name="Rectangle 10"/>
          <p:cNvSpPr>
            <a:spLocks noChangeArrowheads="1"/>
          </p:cNvSpPr>
          <p:nvPr/>
        </p:nvSpPr>
        <p:spPr bwMode="auto">
          <a:xfrm>
            <a:off x="4267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48" name="Rectangle 11"/>
          <p:cNvSpPr>
            <a:spLocks noChangeArrowheads="1"/>
          </p:cNvSpPr>
          <p:nvPr/>
        </p:nvSpPr>
        <p:spPr bwMode="auto">
          <a:xfrm>
            <a:off x="4495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49" name="Rectangle 12"/>
          <p:cNvSpPr>
            <a:spLocks noChangeArrowheads="1"/>
          </p:cNvSpPr>
          <p:nvPr/>
        </p:nvSpPr>
        <p:spPr bwMode="auto">
          <a:xfrm>
            <a:off x="4724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0" name="Rectangle 13"/>
          <p:cNvSpPr>
            <a:spLocks noChangeArrowheads="1"/>
          </p:cNvSpPr>
          <p:nvPr/>
        </p:nvSpPr>
        <p:spPr bwMode="auto">
          <a:xfrm>
            <a:off x="4953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1" name="Rectangle 14"/>
          <p:cNvSpPr>
            <a:spLocks noChangeArrowheads="1"/>
          </p:cNvSpPr>
          <p:nvPr/>
        </p:nvSpPr>
        <p:spPr bwMode="auto">
          <a:xfrm>
            <a:off x="5181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2" name="Rectangle 15"/>
          <p:cNvSpPr>
            <a:spLocks noChangeArrowheads="1"/>
          </p:cNvSpPr>
          <p:nvPr/>
        </p:nvSpPr>
        <p:spPr bwMode="auto">
          <a:xfrm>
            <a:off x="5410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3" name="Rectangle 16"/>
          <p:cNvSpPr>
            <a:spLocks noChangeArrowheads="1"/>
          </p:cNvSpPr>
          <p:nvPr/>
        </p:nvSpPr>
        <p:spPr bwMode="auto">
          <a:xfrm>
            <a:off x="5638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4" name="Rectangle 17"/>
          <p:cNvSpPr>
            <a:spLocks noChangeArrowheads="1"/>
          </p:cNvSpPr>
          <p:nvPr/>
        </p:nvSpPr>
        <p:spPr bwMode="auto">
          <a:xfrm>
            <a:off x="5867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5" name="Rectangle 18"/>
          <p:cNvSpPr>
            <a:spLocks noChangeArrowheads="1"/>
          </p:cNvSpPr>
          <p:nvPr/>
        </p:nvSpPr>
        <p:spPr bwMode="auto">
          <a:xfrm>
            <a:off x="6096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6" name="Rectangle 19"/>
          <p:cNvSpPr>
            <a:spLocks noChangeArrowheads="1"/>
          </p:cNvSpPr>
          <p:nvPr/>
        </p:nvSpPr>
        <p:spPr bwMode="auto">
          <a:xfrm>
            <a:off x="2667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7" name="Rectangle 20"/>
          <p:cNvSpPr>
            <a:spLocks noChangeArrowheads="1"/>
          </p:cNvSpPr>
          <p:nvPr/>
        </p:nvSpPr>
        <p:spPr bwMode="auto">
          <a:xfrm>
            <a:off x="2895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8" name="Rectangle 21"/>
          <p:cNvSpPr>
            <a:spLocks noChangeArrowheads="1"/>
          </p:cNvSpPr>
          <p:nvPr/>
        </p:nvSpPr>
        <p:spPr bwMode="auto">
          <a:xfrm>
            <a:off x="3124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59" name="Rectangle 22"/>
          <p:cNvSpPr>
            <a:spLocks noChangeArrowheads="1"/>
          </p:cNvSpPr>
          <p:nvPr/>
        </p:nvSpPr>
        <p:spPr bwMode="auto">
          <a:xfrm>
            <a:off x="3352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0" name="Rectangle 23"/>
          <p:cNvSpPr>
            <a:spLocks noChangeArrowheads="1"/>
          </p:cNvSpPr>
          <p:nvPr/>
        </p:nvSpPr>
        <p:spPr bwMode="auto">
          <a:xfrm>
            <a:off x="3581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1" name="Rectangle 24"/>
          <p:cNvSpPr>
            <a:spLocks noChangeArrowheads="1"/>
          </p:cNvSpPr>
          <p:nvPr/>
        </p:nvSpPr>
        <p:spPr bwMode="auto">
          <a:xfrm>
            <a:off x="3810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2" name="Rectangle 25"/>
          <p:cNvSpPr>
            <a:spLocks noChangeArrowheads="1"/>
          </p:cNvSpPr>
          <p:nvPr/>
        </p:nvSpPr>
        <p:spPr bwMode="auto">
          <a:xfrm>
            <a:off x="4038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3" name="Rectangle 26"/>
          <p:cNvSpPr>
            <a:spLocks noChangeArrowheads="1"/>
          </p:cNvSpPr>
          <p:nvPr/>
        </p:nvSpPr>
        <p:spPr bwMode="auto">
          <a:xfrm>
            <a:off x="4267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4" name="Rectangle 27"/>
          <p:cNvSpPr>
            <a:spLocks noChangeArrowheads="1"/>
          </p:cNvSpPr>
          <p:nvPr/>
        </p:nvSpPr>
        <p:spPr bwMode="auto">
          <a:xfrm>
            <a:off x="4495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5" name="Rectangle 28"/>
          <p:cNvSpPr>
            <a:spLocks noChangeArrowheads="1"/>
          </p:cNvSpPr>
          <p:nvPr/>
        </p:nvSpPr>
        <p:spPr bwMode="auto">
          <a:xfrm>
            <a:off x="4724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6" name="Rectangle 29"/>
          <p:cNvSpPr>
            <a:spLocks noChangeArrowheads="1"/>
          </p:cNvSpPr>
          <p:nvPr/>
        </p:nvSpPr>
        <p:spPr bwMode="auto">
          <a:xfrm>
            <a:off x="4953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7" name="Rectangle 30"/>
          <p:cNvSpPr>
            <a:spLocks noChangeArrowheads="1"/>
          </p:cNvSpPr>
          <p:nvPr/>
        </p:nvSpPr>
        <p:spPr bwMode="auto">
          <a:xfrm>
            <a:off x="5181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8" name="Rectangle 31"/>
          <p:cNvSpPr>
            <a:spLocks noChangeArrowheads="1"/>
          </p:cNvSpPr>
          <p:nvPr/>
        </p:nvSpPr>
        <p:spPr bwMode="auto">
          <a:xfrm>
            <a:off x="5410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69" name="Rectangle 32"/>
          <p:cNvSpPr>
            <a:spLocks noChangeArrowheads="1"/>
          </p:cNvSpPr>
          <p:nvPr/>
        </p:nvSpPr>
        <p:spPr bwMode="auto">
          <a:xfrm>
            <a:off x="5638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0" name="Rectangle 33"/>
          <p:cNvSpPr>
            <a:spLocks noChangeArrowheads="1"/>
          </p:cNvSpPr>
          <p:nvPr/>
        </p:nvSpPr>
        <p:spPr bwMode="auto">
          <a:xfrm>
            <a:off x="5867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1" name="Rectangle 34"/>
          <p:cNvSpPr>
            <a:spLocks noChangeArrowheads="1"/>
          </p:cNvSpPr>
          <p:nvPr/>
        </p:nvSpPr>
        <p:spPr bwMode="auto">
          <a:xfrm>
            <a:off x="6096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2" name="Rectangle 35"/>
          <p:cNvSpPr>
            <a:spLocks noChangeArrowheads="1"/>
          </p:cNvSpPr>
          <p:nvPr/>
        </p:nvSpPr>
        <p:spPr bwMode="auto">
          <a:xfrm>
            <a:off x="2667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3" name="Rectangle 36"/>
          <p:cNvSpPr>
            <a:spLocks noChangeArrowheads="1"/>
          </p:cNvSpPr>
          <p:nvPr/>
        </p:nvSpPr>
        <p:spPr bwMode="auto">
          <a:xfrm>
            <a:off x="2895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4" name="Rectangle 37"/>
          <p:cNvSpPr>
            <a:spLocks noChangeArrowheads="1"/>
          </p:cNvSpPr>
          <p:nvPr/>
        </p:nvSpPr>
        <p:spPr bwMode="auto">
          <a:xfrm>
            <a:off x="3124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5" name="Rectangle 38"/>
          <p:cNvSpPr>
            <a:spLocks noChangeArrowheads="1"/>
          </p:cNvSpPr>
          <p:nvPr/>
        </p:nvSpPr>
        <p:spPr bwMode="auto">
          <a:xfrm>
            <a:off x="3352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6" name="Rectangle 39"/>
          <p:cNvSpPr>
            <a:spLocks noChangeArrowheads="1"/>
          </p:cNvSpPr>
          <p:nvPr/>
        </p:nvSpPr>
        <p:spPr bwMode="auto">
          <a:xfrm>
            <a:off x="3581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7" name="Rectangle 40"/>
          <p:cNvSpPr>
            <a:spLocks noChangeArrowheads="1"/>
          </p:cNvSpPr>
          <p:nvPr/>
        </p:nvSpPr>
        <p:spPr bwMode="auto">
          <a:xfrm>
            <a:off x="3810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8" name="Rectangle 41"/>
          <p:cNvSpPr>
            <a:spLocks noChangeArrowheads="1"/>
          </p:cNvSpPr>
          <p:nvPr/>
        </p:nvSpPr>
        <p:spPr bwMode="auto">
          <a:xfrm>
            <a:off x="4038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79" name="Rectangle 42"/>
          <p:cNvSpPr>
            <a:spLocks noChangeArrowheads="1"/>
          </p:cNvSpPr>
          <p:nvPr/>
        </p:nvSpPr>
        <p:spPr bwMode="auto">
          <a:xfrm>
            <a:off x="4267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0" name="Rectangle 43"/>
          <p:cNvSpPr>
            <a:spLocks noChangeArrowheads="1"/>
          </p:cNvSpPr>
          <p:nvPr/>
        </p:nvSpPr>
        <p:spPr bwMode="auto">
          <a:xfrm>
            <a:off x="4495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1" name="Rectangle 44"/>
          <p:cNvSpPr>
            <a:spLocks noChangeArrowheads="1"/>
          </p:cNvSpPr>
          <p:nvPr/>
        </p:nvSpPr>
        <p:spPr bwMode="auto">
          <a:xfrm>
            <a:off x="4724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2" name="Rectangle 45"/>
          <p:cNvSpPr>
            <a:spLocks noChangeArrowheads="1"/>
          </p:cNvSpPr>
          <p:nvPr/>
        </p:nvSpPr>
        <p:spPr bwMode="auto">
          <a:xfrm>
            <a:off x="4953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3" name="Rectangle 46"/>
          <p:cNvSpPr>
            <a:spLocks noChangeArrowheads="1"/>
          </p:cNvSpPr>
          <p:nvPr/>
        </p:nvSpPr>
        <p:spPr bwMode="auto">
          <a:xfrm>
            <a:off x="5181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4" name="Rectangle 47"/>
          <p:cNvSpPr>
            <a:spLocks noChangeArrowheads="1"/>
          </p:cNvSpPr>
          <p:nvPr/>
        </p:nvSpPr>
        <p:spPr bwMode="auto">
          <a:xfrm>
            <a:off x="5410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5" name="Rectangle 48"/>
          <p:cNvSpPr>
            <a:spLocks noChangeArrowheads="1"/>
          </p:cNvSpPr>
          <p:nvPr/>
        </p:nvSpPr>
        <p:spPr bwMode="auto">
          <a:xfrm>
            <a:off x="5638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6" name="Rectangle 49"/>
          <p:cNvSpPr>
            <a:spLocks noChangeArrowheads="1"/>
          </p:cNvSpPr>
          <p:nvPr/>
        </p:nvSpPr>
        <p:spPr bwMode="auto">
          <a:xfrm>
            <a:off x="5867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7" name="Rectangle 50"/>
          <p:cNvSpPr>
            <a:spLocks noChangeArrowheads="1"/>
          </p:cNvSpPr>
          <p:nvPr/>
        </p:nvSpPr>
        <p:spPr bwMode="auto">
          <a:xfrm>
            <a:off x="6096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8" name="Rectangle 51"/>
          <p:cNvSpPr>
            <a:spLocks noChangeArrowheads="1"/>
          </p:cNvSpPr>
          <p:nvPr/>
        </p:nvSpPr>
        <p:spPr bwMode="auto">
          <a:xfrm>
            <a:off x="2667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89" name="Rectangle 52"/>
          <p:cNvSpPr>
            <a:spLocks noChangeArrowheads="1"/>
          </p:cNvSpPr>
          <p:nvPr/>
        </p:nvSpPr>
        <p:spPr bwMode="auto">
          <a:xfrm>
            <a:off x="2895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0" name="Rectangle 53"/>
          <p:cNvSpPr>
            <a:spLocks noChangeArrowheads="1"/>
          </p:cNvSpPr>
          <p:nvPr/>
        </p:nvSpPr>
        <p:spPr bwMode="auto">
          <a:xfrm>
            <a:off x="3124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1" name="Rectangle 54"/>
          <p:cNvSpPr>
            <a:spLocks noChangeArrowheads="1"/>
          </p:cNvSpPr>
          <p:nvPr/>
        </p:nvSpPr>
        <p:spPr bwMode="auto">
          <a:xfrm>
            <a:off x="3352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2" name="Rectangle 55"/>
          <p:cNvSpPr>
            <a:spLocks noChangeArrowheads="1"/>
          </p:cNvSpPr>
          <p:nvPr/>
        </p:nvSpPr>
        <p:spPr bwMode="auto">
          <a:xfrm>
            <a:off x="3581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3" name="Rectangle 56"/>
          <p:cNvSpPr>
            <a:spLocks noChangeArrowheads="1"/>
          </p:cNvSpPr>
          <p:nvPr/>
        </p:nvSpPr>
        <p:spPr bwMode="auto">
          <a:xfrm>
            <a:off x="3810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4" name="Rectangle 57"/>
          <p:cNvSpPr>
            <a:spLocks noChangeArrowheads="1"/>
          </p:cNvSpPr>
          <p:nvPr/>
        </p:nvSpPr>
        <p:spPr bwMode="auto">
          <a:xfrm>
            <a:off x="4038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5" name="Rectangle 58"/>
          <p:cNvSpPr>
            <a:spLocks noChangeArrowheads="1"/>
          </p:cNvSpPr>
          <p:nvPr/>
        </p:nvSpPr>
        <p:spPr bwMode="auto">
          <a:xfrm>
            <a:off x="4267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6" name="Rectangle 59"/>
          <p:cNvSpPr>
            <a:spLocks noChangeArrowheads="1"/>
          </p:cNvSpPr>
          <p:nvPr/>
        </p:nvSpPr>
        <p:spPr bwMode="auto">
          <a:xfrm>
            <a:off x="4495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7" name="Rectangle 60"/>
          <p:cNvSpPr>
            <a:spLocks noChangeArrowheads="1"/>
          </p:cNvSpPr>
          <p:nvPr/>
        </p:nvSpPr>
        <p:spPr bwMode="auto">
          <a:xfrm>
            <a:off x="4724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8" name="Rectangle 61"/>
          <p:cNvSpPr>
            <a:spLocks noChangeArrowheads="1"/>
          </p:cNvSpPr>
          <p:nvPr/>
        </p:nvSpPr>
        <p:spPr bwMode="auto">
          <a:xfrm>
            <a:off x="4953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39999" name="Rectangle 62"/>
          <p:cNvSpPr>
            <a:spLocks noChangeArrowheads="1"/>
          </p:cNvSpPr>
          <p:nvPr/>
        </p:nvSpPr>
        <p:spPr bwMode="auto">
          <a:xfrm>
            <a:off x="5181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0" name="Rectangle 63"/>
          <p:cNvSpPr>
            <a:spLocks noChangeArrowheads="1"/>
          </p:cNvSpPr>
          <p:nvPr/>
        </p:nvSpPr>
        <p:spPr bwMode="auto">
          <a:xfrm>
            <a:off x="5410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1" name="Rectangle 64"/>
          <p:cNvSpPr>
            <a:spLocks noChangeArrowheads="1"/>
          </p:cNvSpPr>
          <p:nvPr/>
        </p:nvSpPr>
        <p:spPr bwMode="auto">
          <a:xfrm>
            <a:off x="5638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2" name="Rectangle 65"/>
          <p:cNvSpPr>
            <a:spLocks noChangeArrowheads="1"/>
          </p:cNvSpPr>
          <p:nvPr/>
        </p:nvSpPr>
        <p:spPr bwMode="auto">
          <a:xfrm>
            <a:off x="5867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3" name="Rectangle 66"/>
          <p:cNvSpPr>
            <a:spLocks noChangeArrowheads="1"/>
          </p:cNvSpPr>
          <p:nvPr/>
        </p:nvSpPr>
        <p:spPr bwMode="auto">
          <a:xfrm>
            <a:off x="6096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4" name="Rectangle 67"/>
          <p:cNvSpPr>
            <a:spLocks noChangeArrowheads="1"/>
          </p:cNvSpPr>
          <p:nvPr/>
        </p:nvSpPr>
        <p:spPr bwMode="auto">
          <a:xfrm>
            <a:off x="2667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5" name="Rectangle 68"/>
          <p:cNvSpPr>
            <a:spLocks noChangeArrowheads="1"/>
          </p:cNvSpPr>
          <p:nvPr/>
        </p:nvSpPr>
        <p:spPr bwMode="auto">
          <a:xfrm>
            <a:off x="2895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6" name="Rectangle 69"/>
          <p:cNvSpPr>
            <a:spLocks noChangeArrowheads="1"/>
          </p:cNvSpPr>
          <p:nvPr/>
        </p:nvSpPr>
        <p:spPr bwMode="auto">
          <a:xfrm>
            <a:off x="3124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7" name="Rectangle 70"/>
          <p:cNvSpPr>
            <a:spLocks noChangeArrowheads="1"/>
          </p:cNvSpPr>
          <p:nvPr/>
        </p:nvSpPr>
        <p:spPr bwMode="auto">
          <a:xfrm>
            <a:off x="3352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8" name="Rectangle 71"/>
          <p:cNvSpPr>
            <a:spLocks noChangeArrowheads="1"/>
          </p:cNvSpPr>
          <p:nvPr/>
        </p:nvSpPr>
        <p:spPr bwMode="auto">
          <a:xfrm>
            <a:off x="3581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09" name="Rectangle 72"/>
          <p:cNvSpPr>
            <a:spLocks noChangeArrowheads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0" name="Rectangle 73"/>
          <p:cNvSpPr>
            <a:spLocks noChangeArrowheads="1"/>
          </p:cNvSpPr>
          <p:nvPr/>
        </p:nvSpPr>
        <p:spPr bwMode="auto">
          <a:xfrm>
            <a:off x="4038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1" name="Rectangle 74"/>
          <p:cNvSpPr>
            <a:spLocks noChangeArrowheads="1"/>
          </p:cNvSpPr>
          <p:nvPr/>
        </p:nvSpPr>
        <p:spPr bwMode="auto">
          <a:xfrm>
            <a:off x="4267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2" name="Rectangle 75"/>
          <p:cNvSpPr>
            <a:spLocks noChangeArrowheads="1"/>
          </p:cNvSpPr>
          <p:nvPr/>
        </p:nvSpPr>
        <p:spPr bwMode="auto">
          <a:xfrm>
            <a:off x="44958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3" name="Rectangle 76"/>
          <p:cNvSpPr>
            <a:spLocks noChangeArrowheads="1"/>
          </p:cNvSpPr>
          <p:nvPr/>
        </p:nvSpPr>
        <p:spPr bwMode="auto">
          <a:xfrm>
            <a:off x="47244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4" name="Rectangle 77"/>
          <p:cNvSpPr>
            <a:spLocks noChangeArrowheads="1"/>
          </p:cNvSpPr>
          <p:nvPr/>
        </p:nvSpPr>
        <p:spPr bwMode="auto">
          <a:xfrm>
            <a:off x="4953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5" name="Rectangle 78"/>
          <p:cNvSpPr>
            <a:spLocks noChangeArrowheads="1"/>
          </p:cNvSpPr>
          <p:nvPr/>
        </p:nvSpPr>
        <p:spPr bwMode="auto">
          <a:xfrm>
            <a:off x="5181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6" name="Rectangle 79"/>
          <p:cNvSpPr>
            <a:spLocks noChangeArrowheads="1"/>
          </p:cNvSpPr>
          <p:nvPr/>
        </p:nvSpPr>
        <p:spPr bwMode="auto">
          <a:xfrm>
            <a:off x="5410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7" name="Rectangle 80"/>
          <p:cNvSpPr>
            <a:spLocks noChangeArrowheads="1"/>
          </p:cNvSpPr>
          <p:nvPr/>
        </p:nvSpPr>
        <p:spPr bwMode="auto">
          <a:xfrm>
            <a:off x="5638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8" name="Rectangle 81"/>
          <p:cNvSpPr>
            <a:spLocks noChangeArrowheads="1"/>
          </p:cNvSpPr>
          <p:nvPr/>
        </p:nvSpPr>
        <p:spPr bwMode="auto">
          <a:xfrm>
            <a:off x="5867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19" name="Rectangle 82"/>
          <p:cNvSpPr>
            <a:spLocks noChangeArrowheads="1"/>
          </p:cNvSpPr>
          <p:nvPr/>
        </p:nvSpPr>
        <p:spPr bwMode="auto">
          <a:xfrm>
            <a:off x="6096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0" name="Rectangle 83"/>
          <p:cNvSpPr>
            <a:spLocks noChangeArrowheads="1"/>
          </p:cNvSpPr>
          <p:nvPr/>
        </p:nvSpPr>
        <p:spPr bwMode="auto">
          <a:xfrm>
            <a:off x="2667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1" name="Rectangle 84"/>
          <p:cNvSpPr>
            <a:spLocks noChangeArrowheads="1"/>
          </p:cNvSpPr>
          <p:nvPr/>
        </p:nvSpPr>
        <p:spPr bwMode="auto">
          <a:xfrm>
            <a:off x="2895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2" name="Rectangle 85"/>
          <p:cNvSpPr>
            <a:spLocks noChangeArrowheads="1"/>
          </p:cNvSpPr>
          <p:nvPr/>
        </p:nvSpPr>
        <p:spPr bwMode="auto">
          <a:xfrm>
            <a:off x="3124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3" name="Rectangle 86"/>
          <p:cNvSpPr>
            <a:spLocks noChangeArrowheads="1"/>
          </p:cNvSpPr>
          <p:nvPr/>
        </p:nvSpPr>
        <p:spPr bwMode="auto">
          <a:xfrm>
            <a:off x="3352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4" name="Rectangle 87"/>
          <p:cNvSpPr>
            <a:spLocks noChangeArrowheads="1"/>
          </p:cNvSpPr>
          <p:nvPr/>
        </p:nvSpPr>
        <p:spPr bwMode="auto">
          <a:xfrm>
            <a:off x="3581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5" name="Rectangle 88"/>
          <p:cNvSpPr>
            <a:spLocks noChangeArrowheads="1"/>
          </p:cNvSpPr>
          <p:nvPr/>
        </p:nvSpPr>
        <p:spPr bwMode="auto">
          <a:xfrm>
            <a:off x="3810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6" name="Rectangle 89"/>
          <p:cNvSpPr>
            <a:spLocks noChangeArrowheads="1"/>
          </p:cNvSpPr>
          <p:nvPr/>
        </p:nvSpPr>
        <p:spPr bwMode="auto">
          <a:xfrm>
            <a:off x="40386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7" name="Rectangle 90"/>
          <p:cNvSpPr>
            <a:spLocks noChangeArrowheads="1"/>
          </p:cNvSpPr>
          <p:nvPr/>
        </p:nvSpPr>
        <p:spPr bwMode="auto">
          <a:xfrm>
            <a:off x="42672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8" name="Rectangle 91"/>
          <p:cNvSpPr>
            <a:spLocks noChangeArrowheads="1"/>
          </p:cNvSpPr>
          <p:nvPr/>
        </p:nvSpPr>
        <p:spPr bwMode="auto">
          <a:xfrm>
            <a:off x="4495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29" name="Rectangle 92"/>
          <p:cNvSpPr>
            <a:spLocks noChangeArrowheads="1"/>
          </p:cNvSpPr>
          <p:nvPr/>
        </p:nvSpPr>
        <p:spPr bwMode="auto">
          <a:xfrm>
            <a:off x="4724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0" name="Rectangle 93"/>
          <p:cNvSpPr>
            <a:spLocks noChangeArrowheads="1"/>
          </p:cNvSpPr>
          <p:nvPr/>
        </p:nvSpPr>
        <p:spPr bwMode="auto">
          <a:xfrm>
            <a:off x="49530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1" name="Rectangle 94"/>
          <p:cNvSpPr>
            <a:spLocks noChangeArrowheads="1"/>
          </p:cNvSpPr>
          <p:nvPr/>
        </p:nvSpPr>
        <p:spPr bwMode="auto">
          <a:xfrm>
            <a:off x="5181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2" name="Rectangle 95"/>
          <p:cNvSpPr>
            <a:spLocks noChangeArrowheads="1"/>
          </p:cNvSpPr>
          <p:nvPr/>
        </p:nvSpPr>
        <p:spPr bwMode="auto">
          <a:xfrm>
            <a:off x="5410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3" name="Rectangle 96"/>
          <p:cNvSpPr>
            <a:spLocks noChangeArrowheads="1"/>
          </p:cNvSpPr>
          <p:nvPr/>
        </p:nvSpPr>
        <p:spPr bwMode="auto">
          <a:xfrm>
            <a:off x="5638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4" name="Rectangle 97"/>
          <p:cNvSpPr>
            <a:spLocks noChangeArrowheads="1"/>
          </p:cNvSpPr>
          <p:nvPr/>
        </p:nvSpPr>
        <p:spPr bwMode="auto">
          <a:xfrm>
            <a:off x="5867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5" name="Rectangle 98"/>
          <p:cNvSpPr>
            <a:spLocks noChangeArrowheads="1"/>
          </p:cNvSpPr>
          <p:nvPr/>
        </p:nvSpPr>
        <p:spPr bwMode="auto">
          <a:xfrm>
            <a:off x="6096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6" name="Rectangle 99"/>
          <p:cNvSpPr>
            <a:spLocks noChangeArrowheads="1"/>
          </p:cNvSpPr>
          <p:nvPr/>
        </p:nvSpPr>
        <p:spPr bwMode="auto">
          <a:xfrm>
            <a:off x="2667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7" name="Rectangle 100"/>
          <p:cNvSpPr>
            <a:spLocks noChangeArrowheads="1"/>
          </p:cNvSpPr>
          <p:nvPr/>
        </p:nvSpPr>
        <p:spPr bwMode="auto">
          <a:xfrm>
            <a:off x="28956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8" name="Rectangle 101"/>
          <p:cNvSpPr>
            <a:spLocks noChangeArrowheads="1"/>
          </p:cNvSpPr>
          <p:nvPr/>
        </p:nvSpPr>
        <p:spPr bwMode="auto">
          <a:xfrm>
            <a:off x="3124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39" name="Rectangle 102"/>
          <p:cNvSpPr>
            <a:spLocks noChangeArrowheads="1"/>
          </p:cNvSpPr>
          <p:nvPr/>
        </p:nvSpPr>
        <p:spPr bwMode="auto">
          <a:xfrm>
            <a:off x="3352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0" name="Rectangle 103"/>
          <p:cNvSpPr>
            <a:spLocks noChangeArrowheads="1"/>
          </p:cNvSpPr>
          <p:nvPr/>
        </p:nvSpPr>
        <p:spPr bwMode="auto">
          <a:xfrm>
            <a:off x="3581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1" name="Rectangle 104"/>
          <p:cNvSpPr>
            <a:spLocks noChangeArrowheads="1"/>
          </p:cNvSpPr>
          <p:nvPr/>
        </p:nvSpPr>
        <p:spPr bwMode="auto">
          <a:xfrm>
            <a:off x="38100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2" name="Rectangle 105"/>
          <p:cNvSpPr>
            <a:spLocks noChangeArrowheads="1"/>
          </p:cNvSpPr>
          <p:nvPr/>
        </p:nvSpPr>
        <p:spPr bwMode="auto">
          <a:xfrm>
            <a:off x="40386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3" name="Rectangle 106"/>
          <p:cNvSpPr>
            <a:spLocks noChangeArrowheads="1"/>
          </p:cNvSpPr>
          <p:nvPr/>
        </p:nvSpPr>
        <p:spPr bwMode="auto">
          <a:xfrm>
            <a:off x="4267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4" name="Rectangle 107"/>
          <p:cNvSpPr>
            <a:spLocks noChangeArrowheads="1"/>
          </p:cNvSpPr>
          <p:nvPr/>
        </p:nvSpPr>
        <p:spPr bwMode="auto">
          <a:xfrm>
            <a:off x="4495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5" name="Rectangle 108"/>
          <p:cNvSpPr>
            <a:spLocks noChangeArrowheads="1"/>
          </p:cNvSpPr>
          <p:nvPr/>
        </p:nvSpPr>
        <p:spPr bwMode="auto">
          <a:xfrm>
            <a:off x="4724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6" name="Rectangle 109"/>
          <p:cNvSpPr>
            <a:spLocks noChangeArrowheads="1"/>
          </p:cNvSpPr>
          <p:nvPr/>
        </p:nvSpPr>
        <p:spPr bwMode="auto">
          <a:xfrm>
            <a:off x="4953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7" name="Rectangle 110"/>
          <p:cNvSpPr>
            <a:spLocks noChangeArrowheads="1"/>
          </p:cNvSpPr>
          <p:nvPr/>
        </p:nvSpPr>
        <p:spPr bwMode="auto">
          <a:xfrm>
            <a:off x="51816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8" name="Rectangle 111"/>
          <p:cNvSpPr>
            <a:spLocks noChangeArrowheads="1"/>
          </p:cNvSpPr>
          <p:nvPr/>
        </p:nvSpPr>
        <p:spPr bwMode="auto">
          <a:xfrm>
            <a:off x="5410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49" name="Rectangle 112"/>
          <p:cNvSpPr>
            <a:spLocks noChangeArrowheads="1"/>
          </p:cNvSpPr>
          <p:nvPr/>
        </p:nvSpPr>
        <p:spPr bwMode="auto">
          <a:xfrm>
            <a:off x="5638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0" name="Rectangle 113"/>
          <p:cNvSpPr>
            <a:spLocks noChangeArrowheads="1"/>
          </p:cNvSpPr>
          <p:nvPr/>
        </p:nvSpPr>
        <p:spPr bwMode="auto">
          <a:xfrm>
            <a:off x="5867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1" name="Rectangle 114"/>
          <p:cNvSpPr>
            <a:spLocks noChangeArrowheads="1"/>
          </p:cNvSpPr>
          <p:nvPr/>
        </p:nvSpPr>
        <p:spPr bwMode="auto">
          <a:xfrm>
            <a:off x="6096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2" name="Rectangle 115"/>
          <p:cNvSpPr>
            <a:spLocks noChangeArrowheads="1"/>
          </p:cNvSpPr>
          <p:nvPr/>
        </p:nvSpPr>
        <p:spPr bwMode="auto">
          <a:xfrm>
            <a:off x="2667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3" name="Rectangle 116"/>
          <p:cNvSpPr>
            <a:spLocks noChangeArrowheads="1"/>
          </p:cNvSpPr>
          <p:nvPr/>
        </p:nvSpPr>
        <p:spPr bwMode="auto">
          <a:xfrm>
            <a:off x="28956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4" name="Rectangle 117"/>
          <p:cNvSpPr>
            <a:spLocks noChangeArrowheads="1"/>
          </p:cNvSpPr>
          <p:nvPr/>
        </p:nvSpPr>
        <p:spPr bwMode="auto">
          <a:xfrm>
            <a:off x="3124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5" name="Rectangle 118"/>
          <p:cNvSpPr>
            <a:spLocks noChangeArrowheads="1"/>
          </p:cNvSpPr>
          <p:nvPr/>
        </p:nvSpPr>
        <p:spPr bwMode="auto">
          <a:xfrm>
            <a:off x="3352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6" name="Rectangle 119"/>
          <p:cNvSpPr>
            <a:spLocks noChangeArrowheads="1"/>
          </p:cNvSpPr>
          <p:nvPr/>
        </p:nvSpPr>
        <p:spPr bwMode="auto">
          <a:xfrm>
            <a:off x="3581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7" name="Rectangle 120"/>
          <p:cNvSpPr>
            <a:spLocks noChangeArrowheads="1"/>
          </p:cNvSpPr>
          <p:nvPr/>
        </p:nvSpPr>
        <p:spPr bwMode="auto">
          <a:xfrm>
            <a:off x="38100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8" name="Rectangle 121"/>
          <p:cNvSpPr>
            <a:spLocks noChangeArrowheads="1"/>
          </p:cNvSpPr>
          <p:nvPr/>
        </p:nvSpPr>
        <p:spPr bwMode="auto">
          <a:xfrm>
            <a:off x="40386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59" name="Rectangle 122"/>
          <p:cNvSpPr>
            <a:spLocks noChangeArrowheads="1"/>
          </p:cNvSpPr>
          <p:nvPr/>
        </p:nvSpPr>
        <p:spPr bwMode="auto">
          <a:xfrm>
            <a:off x="4267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0" name="Rectangle 123"/>
          <p:cNvSpPr>
            <a:spLocks noChangeArrowheads="1"/>
          </p:cNvSpPr>
          <p:nvPr/>
        </p:nvSpPr>
        <p:spPr bwMode="auto">
          <a:xfrm>
            <a:off x="4495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1" name="Rectangle 124"/>
          <p:cNvSpPr>
            <a:spLocks noChangeArrowheads="1"/>
          </p:cNvSpPr>
          <p:nvPr/>
        </p:nvSpPr>
        <p:spPr bwMode="auto">
          <a:xfrm>
            <a:off x="4724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2" name="Rectangle 125"/>
          <p:cNvSpPr>
            <a:spLocks noChangeArrowheads="1"/>
          </p:cNvSpPr>
          <p:nvPr/>
        </p:nvSpPr>
        <p:spPr bwMode="auto">
          <a:xfrm>
            <a:off x="4953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3" name="Rectangle 126"/>
          <p:cNvSpPr>
            <a:spLocks noChangeArrowheads="1"/>
          </p:cNvSpPr>
          <p:nvPr/>
        </p:nvSpPr>
        <p:spPr bwMode="auto">
          <a:xfrm>
            <a:off x="51816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4" name="Rectangle 127"/>
          <p:cNvSpPr>
            <a:spLocks noChangeArrowheads="1"/>
          </p:cNvSpPr>
          <p:nvPr/>
        </p:nvSpPr>
        <p:spPr bwMode="auto">
          <a:xfrm>
            <a:off x="5410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5" name="Rectangle 128"/>
          <p:cNvSpPr>
            <a:spLocks noChangeArrowheads="1"/>
          </p:cNvSpPr>
          <p:nvPr/>
        </p:nvSpPr>
        <p:spPr bwMode="auto">
          <a:xfrm>
            <a:off x="5638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6" name="Rectangle 129"/>
          <p:cNvSpPr>
            <a:spLocks noChangeArrowheads="1"/>
          </p:cNvSpPr>
          <p:nvPr/>
        </p:nvSpPr>
        <p:spPr bwMode="auto">
          <a:xfrm>
            <a:off x="5867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7" name="Rectangle 130"/>
          <p:cNvSpPr>
            <a:spLocks noChangeArrowheads="1"/>
          </p:cNvSpPr>
          <p:nvPr/>
        </p:nvSpPr>
        <p:spPr bwMode="auto">
          <a:xfrm>
            <a:off x="6096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8" name="Rectangle 131"/>
          <p:cNvSpPr>
            <a:spLocks noChangeArrowheads="1"/>
          </p:cNvSpPr>
          <p:nvPr/>
        </p:nvSpPr>
        <p:spPr bwMode="auto">
          <a:xfrm>
            <a:off x="2667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69" name="Rectangle 132"/>
          <p:cNvSpPr>
            <a:spLocks noChangeArrowheads="1"/>
          </p:cNvSpPr>
          <p:nvPr/>
        </p:nvSpPr>
        <p:spPr bwMode="auto">
          <a:xfrm>
            <a:off x="28956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0" name="Rectangle 133"/>
          <p:cNvSpPr>
            <a:spLocks noChangeArrowheads="1"/>
          </p:cNvSpPr>
          <p:nvPr/>
        </p:nvSpPr>
        <p:spPr bwMode="auto">
          <a:xfrm>
            <a:off x="3124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1" name="Rectangle 134"/>
          <p:cNvSpPr>
            <a:spLocks noChangeArrowheads="1"/>
          </p:cNvSpPr>
          <p:nvPr/>
        </p:nvSpPr>
        <p:spPr bwMode="auto">
          <a:xfrm>
            <a:off x="3352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2" name="Rectangle 135"/>
          <p:cNvSpPr>
            <a:spLocks noChangeArrowheads="1"/>
          </p:cNvSpPr>
          <p:nvPr/>
        </p:nvSpPr>
        <p:spPr bwMode="auto">
          <a:xfrm>
            <a:off x="3581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3" name="Rectangle 136"/>
          <p:cNvSpPr>
            <a:spLocks noChangeArrowheads="1"/>
          </p:cNvSpPr>
          <p:nvPr/>
        </p:nvSpPr>
        <p:spPr bwMode="auto">
          <a:xfrm>
            <a:off x="38100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4" name="Rectangle 137"/>
          <p:cNvSpPr>
            <a:spLocks noChangeArrowheads="1"/>
          </p:cNvSpPr>
          <p:nvPr/>
        </p:nvSpPr>
        <p:spPr bwMode="auto">
          <a:xfrm>
            <a:off x="40386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5" name="Rectangle 138"/>
          <p:cNvSpPr>
            <a:spLocks noChangeArrowheads="1"/>
          </p:cNvSpPr>
          <p:nvPr/>
        </p:nvSpPr>
        <p:spPr bwMode="auto">
          <a:xfrm>
            <a:off x="42672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6" name="Rectangle 139"/>
          <p:cNvSpPr>
            <a:spLocks noChangeArrowheads="1"/>
          </p:cNvSpPr>
          <p:nvPr/>
        </p:nvSpPr>
        <p:spPr bwMode="auto">
          <a:xfrm>
            <a:off x="4495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7" name="Rectangle 140"/>
          <p:cNvSpPr>
            <a:spLocks noChangeArrowheads="1"/>
          </p:cNvSpPr>
          <p:nvPr/>
        </p:nvSpPr>
        <p:spPr bwMode="auto">
          <a:xfrm>
            <a:off x="4724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8" name="Rectangle 141"/>
          <p:cNvSpPr>
            <a:spLocks noChangeArrowheads="1"/>
          </p:cNvSpPr>
          <p:nvPr/>
        </p:nvSpPr>
        <p:spPr bwMode="auto">
          <a:xfrm>
            <a:off x="4953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79" name="Rectangle 142"/>
          <p:cNvSpPr>
            <a:spLocks noChangeArrowheads="1"/>
          </p:cNvSpPr>
          <p:nvPr/>
        </p:nvSpPr>
        <p:spPr bwMode="auto">
          <a:xfrm>
            <a:off x="51816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0" name="Rectangle 143"/>
          <p:cNvSpPr>
            <a:spLocks noChangeArrowheads="1"/>
          </p:cNvSpPr>
          <p:nvPr/>
        </p:nvSpPr>
        <p:spPr bwMode="auto">
          <a:xfrm>
            <a:off x="5410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1" name="Rectangle 144"/>
          <p:cNvSpPr>
            <a:spLocks noChangeArrowheads="1"/>
          </p:cNvSpPr>
          <p:nvPr/>
        </p:nvSpPr>
        <p:spPr bwMode="auto">
          <a:xfrm>
            <a:off x="5638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2" name="Rectangle 145"/>
          <p:cNvSpPr>
            <a:spLocks noChangeArrowheads="1"/>
          </p:cNvSpPr>
          <p:nvPr/>
        </p:nvSpPr>
        <p:spPr bwMode="auto">
          <a:xfrm>
            <a:off x="5867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3" name="Rectangle 146"/>
          <p:cNvSpPr>
            <a:spLocks noChangeArrowheads="1"/>
          </p:cNvSpPr>
          <p:nvPr/>
        </p:nvSpPr>
        <p:spPr bwMode="auto">
          <a:xfrm>
            <a:off x="6096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4" name="Rectangle 147"/>
          <p:cNvSpPr>
            <a:spLocks noChangeArrowheads="1"/>
          </p:cNvSpPr>
          <p:nvPr/>
        </p:nvSpPr>
        <p:spPr bwMode="auto">
          <a:xfrm>
            <a:off x="2667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5" name="Rectangle 148"/>
          <p:cNvSpPr>
            <a:spLocks noChangeArrowheads="1"/>
          </p:cNvSpPr>
          <p:nvPr/>
        </p:nvSpPr>
        <p:spPr bwMode="auto">
          <a:xfrm>
            <a:off x="2895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6" name="Rectangle 149"/>
          <p:cNvSpPr>
            <a:spLocks noChangeArrowheads="1"/>
          </p:cNvSpPr>
          <p:nvPr/>
        </p:nvSpPr>
        <p:spPr bwMode="auto">
          <a:xfrm>
            <a:off x="3124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7" name="Rectangle 150"/>
          <p:cNvSpPr>
            <a:spLocks noChangeArrowheads="1"/>
          </p:cNvSpPr>
          <p:nvPr/>
        </p:nvSpPr>
        <p:spPr bwMode="auto">
          <a:xfrm>
            <a:off x="3352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8" name="Rectangle 151"/>
          <p:cNvSpPr>
            <a:spLocks noChangeArrowheads="1"/>
          </p:cNvSpPr>
          <p:nvPr/>
        </p:nvSpPr>
        <p:spPr bwMode="auto">
          <a:xfrm>
            <a:off x="35814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89" name="Rectangle 152"/>
          <p:cNvSpPr>
            <a:spLocks noChangeArrowheads="1"/>
          </p:cNvSpPr>
          <p:nvPr/>
        </p:nvSpPr>
        <p:spPr bwMode="auto">
          <a:xfrm>
            <a:off x="3810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0" name="Rectangle 153"/>
          <p:cNvSpPr>
            <a:spLocks noChangeArrowheads="1"/>
          </p:cNvSpPr>
          <p:nvPr/>
        </p:nvSpPr>
        <p:spPr bwMode="auto">
          <a:xfrm>
            <a:off x="4038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1" name="Rectangle 154"/>
          <p:cNvSpPr>
            <a:spLocks noChangeArrowheads="1"/>
          </p:cNvSpPr>
          <p:nvPr/>
        </p:nvSpPr>
        <p:spPr bwMode="auto">
          <a:xfrm>
            <a:off x="4267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2" name="Rectangle 155"/>
          <p:cNvSpPr>
            <a:spLocks noChangeArrowheads="1"/>
          </p:cNvSpPr>
          <p:nvPr/>
        </p:nvSpPr>
        <p:spPr bwMode="auto">
          <a:xfrm>
            <a:off x="4495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3" name="Rectangle 156"/>
          <p:cNvSpPr>
            <a:spLocks noChangeArrowheads="1"/>
          </p:cNvSpPr>
          <p:nvPr/>
        </p:nvSpPr>
        <p:spPr bwMode="auto">
          <a:xfrm>
            <a:off x="47244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4" name="Rectangle 157"/>
          <p:cNvSpPr>
            <a:spLocks noChangeArrowheads="1"/>
          </p:cNvSpPr>
          <p:nvPr/>
        </p:nvSpPr>
        <p:spPr bwMode="auto">
          <a:xfrm>
            <a:off x="49530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5" name="Rectangle 158"/>
          <p:cNvSpPr>
            <a:spLocks noChangeArrowheads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6" name="Rectangle 159"/>
          <p:cNvSpPr>
            <a:spLocks noChangeArrowheads="1"/>
          </p:cNvSpPr>
          <p:nvPr/>
        </p:nvSpPr>
        <p:spPr bwMode="auto">
          <a:xfrm>
            <a:off x="5410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7" name="Rectangle 160"/>
          <p:cNvSpPr>
            <a:spLocks noChangeArrowheads="1"/>
          </p:cNvSpPr>
          <p:nvPr/>
        </p:nvSpPr>
        <p:spPr bwMode="auto">
          <a:xfrm>
            <a:off x="5638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8" name="Rectangle 161"/>
          <p:cNvSpPr>
            <a:spLocks noChangeArrowheads="1"/>
          </p:cNvSpPr>
          <p:nvPr/>
        </p:nvSpPr>
        <p:spPr bwMode="auto">
          <a:xfrm>
            <a:off x="58674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099" name="Rectangle 162"/>
          <p:cNvSpPr>
            <a:spLocks noChangeArrowheads="1"/>
          </p:cNvSpPr>
          <p:nvPr/>
        </p:nvSpPr>
        <p:spPr bwMode="auto">
          <a:xfrm>
            <a:off x="6096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0" name="Rectangle 163"/>
          <p:cNvSpPr>
            <a:spLocks noChangeArrowheads="1"/>
          </p:cNvSpPr>
          <p:nvPr/>
        </p:nvSpPr>
        <p:spPr bwMode="auto">
          <a:xfrm>
            <a:off x="2667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1" name="Rectangle 164"/>
          <p:cNvSpPr>
            <a:spLocks noChangeArrowheads="1"/>
          </p:cNvSpPr>
          <p:nvPr/>
        </p:nvSpPr>
        <p:spPr bwMode="auto">
          <a:xfrm>
            <a:off x="2895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2" name="Rectangle 165"/>
          <p:cNvSpPr>
            <a:spLocks noChangeArrowheads="1"/>
          </p:cNvSpPr>
          <p:nvPr/>
        </p:nvSpPr>
        <p:spPr bwMode="auto">
          <a:xfrm>
            <a:off x="3124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3" name="Rectangle 166"/>
          <p:cNvSpPr>
            <a:spLocks noChangeArrowheads="1"/>
          </p:cNvSpPr>
          <p:nvPr/>
        </p:nvSpPr>
        <p:spPr bwMode="auto">
          <a:xfrm>
            <a:off x="3352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4" name="Rectangle 167"/>
          <p:cNvSpPr>
            <a:spLocks noChangeArrowheads="1"/>
          </p:cNvSpPr>
          <p:nvPr/>
        </p:nvSpPr>
        <p:spPr bwMode="auto">
          <a:xfrm>
            <a:off x="35814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5" name="Rectangle 168"/>
          <p:cNvSpPr>
            <a:spLocks noChangeArrowheads="1"/>
          </p:cNvSpPr>
          <p:nvPr/>
        </p:nvSpPr>
        <p:spPr bwMode="auto">
          <a:xfrm>
            <a:off x="3810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6" name="Rectangle 169"/>
          <p:cNvSpPr>
            <a:spLocks noChangeArrowheads="1"/>
          </p:cNvSpPr>
          <p:nvPr/>
        </p:nvSpPr>
        <p:spPr bwMode="auto">
          <a:xfrm>
            <a:off x="4038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7" name="Rectangle 170"/>
          <p:cNvSpPr>
            <a:spLocks noChangeArrowheads="1"/>
          </p:cNvSpPr>
          <p:nvPr/>
        </p:nvSpPr>
        <p:spPr bwMode="auto">
          <a:xfrm>
            <a:off x="4267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8" name="Rectangle 171"/>
          <p:cNvSpPr>
            <a:spLocks noChangeArrowheads="1"/>
          </p:cNvSpPr>
          <p:nvPr/>
        </p:nvSpPr>
        <p:spPr bwMode="auto">
          <a:xfrm>
            <a:off x="4495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09" name="Rectangle 172"/>
          <p:cNvSpPr>
            <a:spLocks noChangeArrowheads="1"/>
          </p:cNvSpPr>
          <p:nvPr/>
        </p:nvSpPr>
        <p:spPr bwMode="auto">
          <a:xfrm>
            <a:off x="47244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0" name="Rectangle 173"/>
          <p:cNvSpPr>
            <a:spLocks noChangeArrowheads="1"/>
          </p:cNvSpPr>
          <p:nvPr/>
        </p:nvSpPr>
        <p:spPr bwMode="auto">
          <a:xfrm>
            <a:off x="49530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1" name="Rectangle 174"/>
          <p:cNvSpPr>
            <a:spLocks noChangeArrowheads="1"/>
          </p:cNvSpPr>
          <p:nvPr/>
        </p:nvSpPr>
        <p:spPr bwMode="auto">
          <a:xfrm>
            <a:off x="5181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2" name="Rectangle 175"/>
          <p:cNvSpPr>
            <a:spLocks noChangeArrowheads="1"/>
          </p:cNvSpPr>
          <p:nvPr/>
        </p:nvSpPr>
        <p:spPr bwMode="auto">
          <a:xfrm>
            <a:off x="5410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3" name="Rectangle 176"/>
          <p:cNvSpPr>
            <a:spLocks noChangeArrowheads="1"/>
          </p:cNvSpPr>
          <p:nvPr/>
        </p:nvSpPr>
        <p:spPr bwMode="auto">
          <a:xfrm>
            <a:off x="5638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4" name="Rectangle 177"/>
          <p:cNvSpPr>
            <a:spLocks noChangeArrowheads="1"/>
          </p:cNvSpPr>
          <p:nvPr/>
        </p:nvSpPr>
        <p:spPr bwMode="auto">
          <a:xfrm>
            <a:off x="58674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5" name="Rectangle 178"/>
          <p:cNvSpPr>
            <a:spLocks noChangeArrowheads="1"/>
          </p:cNvSpPr>
          <p:nvPr/>
        </p:nvSpPr>
        <p:spPr bwMode="auto">
          <a:xfrm>
            <a:off x="6096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6" name="Rectangle 179"/>
          <p:cNvSpPr>
            <a:spLocks noChangeArrowheads="1"/>
          </p:cNvSpPr>
          <p:nvPr/>
        </p:nvSpPr>
        <p:spPr bwMode="auto">
          <a:xfrm>
            <a:off x="2667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7" name="Rectangle 180"/>
          <p:cNvSpPr>
            <a:spLocks noChangeArrowheads="1"/>
          </p:cNvSpPr>
          <p:nvPr/>
        </p:nvSpPr>
        <p:spPr bwMode="auto">
          <a:xfrm>
            <a:off x="2895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8" name="Rectangle 181"/>
          <p:cNvSpPr>
            <a:spLocks noChangeArrowheads="1"/>
          </p:cNvSpPr>
          <p:nvPr/>
        </p:nvSpPr>
        <p:spPr bwMode="auto">
          <a:xfrm>
            <a:off x="3124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19" name="Rectangle 182"/>
          <p:cNvSpPr>
            <a:spLocks noChangeArrowheads="1"/>
          </p:cNvSpPr>
          <p:nvPr/>
        </p:nvSpPr>
        <p:spPr bwMode="auto">
          <a:xfrm>
            <a:off x="3352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0" name="Rectangle 183"/>
          <p:cNvSpPr>
            <a:spLocks noChangeArrowheads="1"/>
          </p:cNvSpPr>
          <p:nvPr/>
        </p:nvSpPr>
        <p:spPr bwMode="auto">
          <a:xfrm>
            <a:off x="3581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1" name="Rectangle 184"/>
          <p:cNvSpPr>
            <a:spLocks noChangeArrowheads="1"/>
          </p:cNvSpPr>
          <p:nvPr/>
        </p:nvSpPr>
        <p:spPr bwMode="auto">
          <a:xfrm>
            <a:off x="3810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2" name="Rectangle 185"/>
          <p:cNvSpPr>
            <a:spLocks noChangeArrowheads="1"/>
          </p:cNvSpPr>
          <p:nvPr/>
        </p:nvSpPr>
        <p:spPr bwMode="auto">
          <a:xfrm>
            <a:off x="4038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3" name="Rectangle 186"/>
          <p:cNvSpPr>
            <a:spLocks noChangeArrowheads="1"/>
          </p:cNvSpPr>
          <p:nvPr/>
        </p:nvSpPr>
        <p:spPr bwMode="auto">
          <a:xfrm>
            <a:off x="4267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4" name="Rectangle 187"/>
          <p:cNvSpPr>
            <a:spLocks noChangeArrowheads="1"/>
          </p:cNvSpPr>
          <p:nvPr/>
        </p:nvSpPr>
        <p:spPr bwMode="auto">
          <a:xfrm>
            <a:off x="44958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5" name="Rectangle 188"/>
          <p:cNvSpPr>
            <a:spLocks noChangeArrowheads="1"/>
          </p:cNvSpPr>
          <p:nvPr/>
        </p:nvSpPr>
        <p:spPr bwMode="auto">
          <a:xfrm>
            <a:off x="4724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6" name="Rectangle 189"/>
          <p:cNvSpPr>
            <a:spLocks noChangeArrowheads="1"/>
          </p:cNvSpPr>
          <p:nvPr/>
        </p:nvSpPr>
        <p:spPr bwMode="auto">
          <a:xfrm>
            <a:off x="4953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7" name="Rectangle 190"/>
          <p:cNvSpPr>
            <a:spLocks noChangeArrowheads="1"/>
          </p:cNvSpPr>
          <p:nvPr/>
        </p:nvSpPr>
        <p:spPr bwMode="auto">
          <a:xfrm>
            <a:off x="5181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8" name="Rectangle 191"/>
          <p:cNvSpPr>
            <a:spLocks noChangeArrowheads="1"/>
          </p:cNvSpPr>
          <p:nvPr/>
        </p:nvSpPr>
        <p:spPr bwMode="auto">
          <a:xfrm>
            <a:off x="5410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29" name="Rectangle 192"/>
          <p:cNvSpPr>
            <a:spLocks noChangeArrowheads="1"/>
          </p:cNvSpPr>
          <p:nvPr/>
        </p:nvSpPr>
        <p:spPr bwMode="auto">
          <a:xfrm>
            <a:off x="5638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0" name="Rectangle 193"/>
          <p:cNvSpPr>
            <a:spLocks noChangeArrowheads="1"/>
          </p:cNvSpPr>
          <p:nvPr/>
        </p:nvSpPr>
        <p:spPr bwMode="auto">
          <a:xfrm>
            <a:off x="58674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1" name="Rectangle 194"/>
          <p:cNvSpPr>
            <a:spLocks noChangeArrowheads="1"/>
          </p:cNvSpPr>
          <p:nvPr/>
        </p:nvSpPr>
        <p:spPr bwMode="auto">
          <a:xfrm>
            <a:off x="6096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2" name="Rectangle 195"/>
          <p:cNvSpPr>
            <a:spLocks noChangeArrowheads="1"/>
          </p:cNvSpPr>
          <p:nvPr/>
        </p:nvSpPr>
        <p:spPr bwMode="auto">
          <a:xfrm>
            <a:off x="2667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3" name="Rectangle 196"/>
          <p:cNvSpPr>
            <a:spLocks noChangeArrowheads="1"/>
          </p:cNvSpPr>
          <p:nvPr/>
        </p:nvSpPr>
        <p:spPr bwMode="auto">
          <a:xfrm>
            <a:off x="2895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4" name="Rectangle 197"/>
          <p:cNvSpPr>
            <a:spLocks noChangeArrowheads="1"/>
          </p:cNvSpPr>
          <p:nvPr/>
        </p:nvSpPr>
        <p:spPr bwMode="auto">
          <a:xfrm>
            <a:off x="3124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5" name="Rectangle 198"/>
          <p:cNvSpPr>
            <a:spLocks noChangeArrowheads="1"/>
          </p:cNvSpPr>
          <p:nvPr/>
        </p:nvSpPr>
        <p:spPr bwMode="auto">
          <a:xfrm>
            <a:off x="3352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6" name="Rectangle 199"/>
          <p:cNvSpPr>
            <a:spLocks noChangeArrowheads="1"/>
          </p:cNvSpPr>
          <p:nvPr/>
        </p:nvSpPr>
        <p:spPr bwMode="auto">
          <a:xfrm>
            <a:off x="3581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7" name="Rectangle 200"/>
          <p:cNvSpPr>
            <a:spLocks noChangeArrowheads="1"/>
          </p:cNvSpPr>
          <p:nvPr/>
        </p:nvSpPr>
        <p:spPr bwMode="auto">
          <a:xfrm>
            <a:off x="38100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8" name="Rectangle 201"/>
          <p:cNvSpPr>
            <a:spLocks noChangeArrowheads="1"/>
          </p:cNvSpPr>
          <p:nvPr/>
        </p:nvSpPr>
        <p:spPr bwMode="auto">
          <a:xfrm>
            <a:off x="40386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39" name="Rectangle 202"/>
          <p:cNvSpPr>
            <a:spLocks noChangeArrowheads="1"/>
          </p:cNvSpPr>
          <p:nvPr/>
        </p:nvSpPr>
        <p:spPr bwMode="auto">
          <a:xfrm>
            <a:off x="42672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0" name="Rectangle 203"/>
          <p:cNvSpPr>
            <a:spLocks noChangeArrowheads="1"/>
          </p:cNvSpPr>
          <p:nvPr/>
        </p:nvSpPr>
        <p:spPr bwMode="auto">
          <a:xfrm>
            <a:off x="4495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1" name="Rectangle 204"/>
          <p:cNvSpPr>
            <a:spLocks noChangeArrowheads="1"/>
          </p:cNvSpPr>
          <p:nvPr/>
        </p:nvSpPr>
        <p:spPr bwMode="auto">
          <a:xfrm>
            <a:off x="4724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2" name="Rectangle 205"/>
          <p:cNvSpPr>
            <a:spLocks noChangeArrowheads="1"/>
          </p:cNvSpPr>
          <p:nvPr/>
        </p:nvSpPr>
        <p:spPr bwMode="auto">
          <a:xfrm>
            <a:off x="4953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3" name="Rectangle 206"/>
          <p:cNvSpPr>
            <a:spLocks noChangeArrowheads="1"/>
          </p:cNvSpPr>
          <p:nvPr/>
        </p:nvSpPr>
        <p:spPr bwMode="auto">
          <a:xfrm>
            <a:off x="5181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4" name="Rectangle 207"/>
          <p:cNvSpPr>
            <a:spLocks noChangeArrowheads="1"/>
          </p:cNvSpPr>
          <p:nvPr/>
        </p:nvSpPr>
        <p:spPr bwMode="auto">
          <a:xfrm>
            <a:off x="5410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5" name="Rectangle 208"/>
          <p:cNvSpPr>
            <a:spLocks noChangeArrowheads="1"/>
          </p:cNvSpPr>
          <p:nvPr/>
        </p:nvSpPr>
        <p:spPr bwMode="auto">
          <a:xfrm>
            <a:off x="5638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6" name="Rectangle 209"/>
          <p:cNvSpPr>
            <a:spLocks noChangeArrowheads="1"/>
          </p:cNvSpPr>
          <p:nvPr/>
        </p:nvSpPr>
        <p:spPr bwMode="auto">
          <a:xfrm>
            <a:off x="5867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7" name="Rectangle 210"/>
          <p:cNvSpPr>
            <a:spLocks noChangeArrowheads="1"/>
          </p:cNvSpPr>
          <p:nvPr/>
        </p:nvSpPr>
        <p:spPr bwMode="auto">
          <a:xfrm>
            <a:off x="6096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8" name="Rectangle 211"/>
          <p:cNvSpPr>
            <a:spLocks noChangeArrowheads="1"/>
          </p:cNvSpPr>
          <p:nvPr/>
        </p:nvSpPr>
        <p:spPr bwMode="auto">
          <a:xfrm>
            <a:off x="2667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49" name="Rectangle 212"/>
          <p:cNvSpPr>
            <a:spLocks noChangeArrowheads="1"/>
          </p:cNvSpPr>
          <p:nvPr/>
        </p:nvSpPr>
        <p:spPr bwMode="auto">
          <a:xfrm>
            <a:off x="2895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0" name="Rectangle 213"/>
          <p:cNvSpPr>
            <a:spLocks noChangeArrowheads="1"/>
          </p:cNvSpPr>
          <p:nvPr/>
        </p:nvSpPr>
        <p:spPr bwMode="auto">
          <a:xfrm>
            <a:off x="3124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1" name="Rectangle 214"/>
          <p:cNvSpPr>
            <a:spLocks noChangeArrowheads="1"/>
          </p:cNvSpPr>
          <p:nvPr/>
        </p:nvSpPr>
        <p:spPr bwMode="auto">
          <a:xfrm>
            <a:off x="3352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2" name="Rectangle 215"/>
          <p:cNvSpPr>
            <a:spLocks noChangeArrowheads="1"/>
          </p:cNvSpPr>
          <p:nvPr/>
        </p:nvSpPr>
        <p:spPr bwMode="auto">
          <a:xfrm>
            <a:off x="3581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3" name="Rectangle 216"/>
          <p:cNvSpPr>
            <a:spLocks noChangeArrowheads="1"/>
          </p:cNvSpPr>
          <p:nvPr/>
        </p:nvSpPr>
        <p:spPr bwMode="auto">
          <a:xfrm>
            <a:off x="3810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4" name="Rectangle 217"/>
          <p:cNvSpPr>
            <a:spLocks noChangeArrowheads="1"/>
          </p:cNvSpPr>
          <p:nvPr/>
        </p:nvSpPr>
        <p:spPr bwMode="auto">
          <a:xfrm>
            <a:off x="4038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5" name="Rectangle 218"/>
          <p:cNvSpPr>
            <a:spLocks noChangeArrowheads="1"/>
          </p:cNvSpPr>
          <p:nvPr/>
        </p:nvSpPr>
        <p:spPr bwMode="auto">
          <a:xfrm>
            <a:off x="4267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6" name="Rectangle 219"/>
          <p:cNvSpPr>
            <a:spLocks noChangeArrowheads="1"/>
          </p:cNvSpPr>
          <p:nvPr/>
        </p:nvSpPr>
        <p:spPr bwMode="auto">
          <a:xfrm>
            <a:off x="4495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7" name="Rectangle 220"/>
          <p:cNvSpPr>
            <a:spLocks noChangeArrowheads="1"/>
          </p:cNvSpPr>
          <p:nvPr/>
        </p:nvSpPr>
        <p:spPr bwMode="auto">
          <a:xfrm>
            <a:off x="4724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8" name="Rectangle 221"/>
          <p:cNvSpPr>
            <a:spLocks noChangeArrowheads="1"/>
          </p:cNvSpPr>
          <p:nvPr/>
        </p:nvSpPr>
        <p:spPr bwMode="auto">
          <a:xfrm>
            <a:off x="4953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59" name="Rectangle 222"/>
          <p:cNvSpPr>
            <a:spLocks noChangeArrowheads="1"/>
          </p:cNvSpPr>
          <p:nvPr/>
        </p:nvSpPr>
        <p:spPr bwMode="auto">
          <a:xfrm>
            <a:off x="5181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0" name="Rectangle 223"/>
          <p:cNvSpPr>
            <a:spLocks noChangeArrowheads="1"/>
          </p:cNvSpPr>
          <p:nvPr/>
        </p:nvSpPr>
        <p:spPr bwMode="auto">
          <a:xfrm>
            <a:off x="5410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1" name="Rectangle 224"/>
          <p:cNvSpPr>
            <a:spLocks noChangeArrowheads="1"/>
          </p:cNvSpPr>
          <p:nvPr/>
        </p:nvSpPr>
        <p:spPr bwMode="auto">
          <a:xfrm>
            <a:off x="5638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2" name="Rectangle 225"/>
          <p:cNvSpPr>
            <a:spLocks noChangeArrowheads="1"/>
          </p:cNvSpPr>
          <p:nvPr/>
        </p:nvSpPr>
        <p:spPr bwMode="auto">
          <a:xfrm>
            <a:off x="5867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3" name="Rectangle 226"/>
          <p:cNvSpPr>
            <a:spLocks noChangeArrowheads="1"/>
          </p:cNvSpPr>
          <p:nvPr/>
        </p:nvSpPr>
        <p:spPr bwMode="auto">
          <a:xfrm>
            <a:off x="6096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4" name="Rectangle 227"/>
          <p:cNvSpPr>
            <a:spLocks noChangeArrowheads="1"/>
          </p:cNvSpPr>
          <p:nvPr/>
        </p:nvSpPr>
        <p:spPr bwMode="auto">
          <a:xfrm>
            <a:off x="2667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5" name="Rectangle 228"/>
          <p:cNvSpPr>
            <a:spLocks noChangeArrowheads="1"/>
          </p:cNvSpPr>
          <p:nvPr/>
        </p:nvSpPr>
        <p:spPr bwMode="auto">
          <a:xfrm>
            <a:off x="2895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6" name="Rectangle 229"/>
          <p:cNvSpPr>
            <a:spLocks noChangeArrowheads="1"/>
          </p:cNvSpPr>
          <p:nvPr/>
        </p:nvSpPr>
        <p:spPr bwMode="auto">
          <a:xfrm>
            <a:off x="3124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7" name="Rectangle 230"/>
          <p:cNvSpPr>
            <a:spLocks noChangeArrowheads="1"/>
          </p:cNvSpPr>
          <p:nvPr/>
        </p:nvSpPr>
        <p:spPr bwMode="auto">
          <a:xfrm>
            <a:off x="3352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8" name="Rectangle 231"/>
          <p:cNvSpPr>
            <a:spLocks noChangeArrowheads="1"/>
          </p:cNvSpPr>
          <p:nvPr/>
        </p:nvSpPr>
        <p:spPr bwMode="auto">
          <a:xfrm>
            <a:off x="3581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69" name="Rectangle 232"/>
          <p:cNvSpPr>
            <a:spLocks noChangeArrowheads="1"/>
          </p:cNvSpPr>
          <p:nvPr/>
        </p:nvSpPr>
        <p:spPr bwMode="auto">
          <a:xfrm>
            <a:off x="3810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0" name="Rectangle 233"/>
          <p:cNvSpPr>
            <a:spLocks noChangeArrowheads="1"/>
          </p:cNvSpPr>
          <p:nvPr/>
        </p:nvSpPr>
        <p:spPr bwMode="auto">
          <a:xfrm>
            <a:off x="4038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1" name="Rectangle 234"/>
          <p:cNvSpPr>
            <a:spLocks noChangeArrowheads="1"/>
          </p:cNvSpPr>
          <p:nvPr/>
        </p:nvSpPr>
        <p:spPr bwMode="auto">
          <a:xfrm>
            <a:off x="4267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2" name="Rectangle 235"/>
          <p:cNvSpPr>
            <a:spLocks noChangeArrowheads="1"/>
          </p:cNvSpPr>
          <p:nvPr/>
        </p:nvSpPr>
        <p:spPr bwMode="auto">
          <a:xfrm>
            <a:off x="4495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3" name="Rectangle 236"/>
          <p:cNvSpPr>
            <a:spLocks noChangeArrowheads="1"/>
          </p:cNvSpPr>
          <p:nvPr/>
        </p:nvSpPr>
        <p:spPr bwMode="auto">
          <a:xfrm>
            <a:off x="4724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4" name="Rectangle 237"/>
          <p:cNvSpPr>
            <a:spLocks noChangeArrowheads="1"/>
          </p:cNvSpPr>
          <p:nvPr/>
        </p:nvSpPr>
        <p:spPr bwMode="auto">
          <a:xfrm>
            <a:off x="4953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5" name="Rectangle 238"/>
          <p:cNvSpPr>
            <a:spLocks noChangeArrowheads="1"/>
          </p:cNvSpPr>
          <p:nvPr/>
        </p:nvSpPr>
        <p:spPr bwMode="auto">
          <a:xfrm>
            <a:off x="5181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6" name="Rectangle 239"/>
          <p:cNvSpPr>
            <a:spLocks noChangeArrowheads="1"/>
          </p:cNvSpPr>
          <p:nvPr/>
        </p:nvSpPr>
        <p:spPr bwMode="auto">
          <a:xfrm>
            <a:off x="5410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7" name="Rectangle 240"/>
          <p:cNvSpPr>
            <a:spLocks noChangeArrowheads="1"/>
          </p:cNvSpPr>
          <p:nvPr/>
        </p:nvSpPr>
        <p:spPr bwMode="auto">
          <a:xfrm>
            <a:off x="5638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8" name="Rectangle 241"/>
          <p:cNvSpPr>
            <a:spLocks noChangeArrowheads="1"/>
          </p:cNvSpPr>
          <p:nvPr/>
        </p:nvSpPr>
        <p:spPr bwMode="auto">
          <a:xfrm>
            <a:off x="5867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79" name="Rectangle 242"/>
          <p:cNvSpPr>
            <a:spLocks noChangeArrowheads="1"/>
          </p:cNvSpPr>
          <p:nvPr/>
        </p:nvSpPr>
        <p:spPr bwMode="auto">
          <a:xfrm>
            <a:off x="6096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0" name="Rectangle 243"/>
          <p:cNvSpPr>
            <a:spLocks noChangeArrowheads="1"/>
          </p:cNvSpPr>
          <p:nvPr/>
        </p:nvSpPr>
        <p:spPr bwMode="auto">
          <a:xfrm>
            <a:off x="2667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1" name="Rectangle 244"/>
          <p:cNvSpPr>
            <a:spLocks noChangeArrowheads="1"/>
          </p:cNvSpPr>
          <p:nvPr/>
        </p:nvSpPr>
        <p:spPr bwMode="auto">
          <a:xfrm>
            <a:off x="2895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2" name="Rectangle 245"/>
          <p:cNvSpPr>
            <a:spLocks noChangeArrowheads="1"/>
          </p:cNvSpPr>
          <p:nvPr/>
        </p:nvSpPr>
        <p:spPr bwMode="auto">
          <a:xfrm>
            <a:off x="3124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3" name="Rectangle 246"/>
          <p:cNvSpPr>
            <a:spLocks noChangeArrowheads="1"/>
          </p:cNvSpPr>
          <p:nvPr/>
        </p:nvSpPr>
        <p:spPr bwMode="auto">
          <a:xfrm>
            <a:off x="3352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4" name="Rectangle 247"/>
          <p:cNvSpPr>
            <a:spLocks noChangeArrowheads="1"/>
          </p:cNvSpPr>
          <p:nvPr/>
        </p:nvSpPr>
        <p:spPr bwMode="auto">
          <a:xfrm>
            <a:off x="3581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5" name="Rectangle 248"/>
          <p:cNvSpPr>
            <a:spLocks noChangeArrowheads="1"/>
          </p:cNvSpPr>
          <p:nvPr/>
        </p:nvSpPr>
        <p:spPr bwMode="auto">
          <a:xfrm>
            <a:off x="3810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6" name="Rectangle 249"/>
          <p:cNvSpPr>
            <a:spLocks noChangeArrowheads="1"/>
          </p:cNvSpPr>
          <p:nvPr/>
        </p:nvSpPr>
        <p:spPr bwMode="auto">
          <a:xfrm>
            <a:off x="4038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7" name="Rectangle 250"/>
          <p:cNvSpPr>
            <a:spLocks noChangeArrowheads="1"/>
          </p:cNvSpPr>
          <p:nvPr/>
        </p:nvSpPr>
        <p:spPr bwMode="auto">
          <a:xfrm>
            <a:off x="4267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8" name="Rectangle 251"/>
          <p:cNvSpPr>
            <a:spLocks noChangeArrowheads="1"/>
          </p:cNvSpPr>
          <p:nvPr/>
        </p:nvSpPr>
        <p:spPr bwMode="auto">
          <a:xfrm>
            <a:off x="4495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89" name="Rectangle 252"/>
          <p:cNvSpPr>
            <a:spLocks noChangeArrowheads="1"/>
          </p:cNvSpPr>
          <p:nvPr/>
        </p:nvSpPr>
        <p:spPr bwMode="auto">
          <a:xfrm>
            <a:off x="4724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90" name="Rectangle 253"/>
          <p:cNvSpPr>
            <a:spLocks noChangeArrowheads="1"/>
          </p:cNvSpPr>
          <p:nvPr/>
        </p:nvSpPr>
        <p:spPr bwMode="auto">
          <a:xfrm>
            <a:off x="4953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91" name="Rectangle 254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92" name="Rectangle 255"/>
          <p:cNvSpPr>
            <a:spLocks noChangeArrowheads="1"/>
          </p:cNvSpPr>
          <p:nvPr/>
        </p:nvSpPr>
        <p:spPr bwMode="auto">
          <a:xfrm>
            <a:off x="5410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93" name="Rectangle 256"/>
          <p:cNvSpPr>
            <a:spLocks noChangeArrowheads="1"/>
          </p:cNvSpPr>
          <p:nvPr/>
        </p:nvSpPr>
        <p:spPr bwMode="auto">
          <a:xfrm>
            <a:off x="5638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94" name="Rectangle 257"/>
          <p:cNvSpPr>
            <a:spLocks noChangeArrowheads="1"/>
          </p:cNvSpPr>
          <p:nvPr/>
        </p:nvSpPr>
        <p:spPr bwMode="auto">
          <a:xfrm>
            <a:off x="5867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195" name="Rectangle 258"/>
          <p:cNvSpPr>
            <a:spLocks noChangeArrowheads="1"/>
          </p:cNvSpPr>
          <p:nvPr/>
        </p:nvSpPr>
        <p:spPr bwMode="auto">
          <a:xfrm>
            <a:off x="6096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cxnSp>
        <p:nvCxnSpPr>
          <p:cNvPr id="40196" name="Straight Connector 262"/>
          <p:cNvCxnSpPr>
            <a:cxnSpLocks noChangeShapeType="1"/>
          </p:cNvCxnSpPr>
          <p:nvPr/>
        </p:nvCxnSpPr>
        <p:spPr bwMode="auto">
          <a:xfrm flipH="1" flipV="1">
            <a:off x="4267200" y="4114800"/>
            <a:ext cx="228600" cy="2286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197" name="Straight Connector 264"/>
          <p:cNvCxnSpPr>
            <a:cxnSpLocks noChangeShapeType="1"/>
          </p:cNvCxnSpPr>
          <p:nvPr/>
        </p:nvCxnSpPr>
        <p:spPr bwMode="auto">
          <a:xfrm flipH="1">
            <a:off x="4267200" y="4114800"/>
            <a:ext cx="228600" cy="2286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02636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Flood Fill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Then look at all the pixels around the first pixel that has the source color.</a:t>
            </a:r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2667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2895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auto">
          <a:xfrm>
            <a:off x="3124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67" name="Rectangle 6"/>
          <p:cNvSpPr>
            <a:spLocks noChangeArrowheads="1"/>
          </p:cNvSpPr>
          <p:nvPr/>
        </p:nvSpPr>
        <p:spPr bwMode="auto">
          <a:xfrm>
            <a:off x="3352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68" name="Rectangle 7"/>
          <p:cNvSpPr>
            <a:spLocks noChangeArrowheads="1"/>
          </p:cNvSpPr>
          <p:nvPr/>
        </p:nvSpPr>
        <p:spPr bwMode="auto">
          <a:xfrm>
            <a:off x="3581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69" name="Rectangle 8"/>
          <p:cNvSpPr>
            <a:spLocks noChangeArrowheads="1"/>
          </p:cNvSpPr>
          <p:nvPr/>
        </p:nvSpPr>
        <p:spPr bwMode="auto">
          <a:xfrm>
            <a:off x="3810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0" name="Rectangle 9"/>
          <p:cNvSpPr>
            <a:spLocks noChangeArrowheads="1"/>
          </p:cNvSpPr>
          <p:nvPr/>
        </p:nvSpPr>
        <p:spPr bwMode="auto">
          <a:xfrm>
            <a:off x="4038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1" name="Rectangle 10"/>
          <p:cNvSpPr>
            <a:spLocks noChangeArrowheads="1"/>
          </p:cNvSpPr>
          <p:nvPr/>
        </p:nvSpPr>
        <p:spPr bwMode="auto">
          <a:xfrm>
            <a:off x="4267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2" name="Rectangle 11"/>
          <p:cNvSpPr>
            <a:spLocks noChangeArrowheads="1"/>
          </p:cNvSpPr>
          <p:nvPr/>
        </p:nvSpPr>
        <p:spPr bwMode="auto">
          <a:xfrm>
            <a:off x="4495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3" name="Rectangle 12"/>
          <p:cNvSpPr>
            <a:spLocks noChangeArrowheads="1"/>
          </p:cNvSpPr>
          <p:nvPr/>
        </p:nvSpPr>
        <p:spPr bwMode="auto">
          <a:xfrm>
            <a:off x="4724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4" name="Rectangle 13"/>
          <p:cNvSpPr>
            <a:spLocks noChangeArrowheads="1"/>
          </p:cNvSpPr>
          <p:nvPr/>
        </p:nvSpPr>
        <p:spPr bwMode="auto">
          <a:xfrm>
            <a:off x="4953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5" name="Rectangle 14"/>
          <p:cNvSpPr>
            <a:spLocks noChangeArrowheads="1"/>
          </p:cNvSpPr>
          <p:nvPr/>
        </p:nvSpPr>
        <p:spPr bwMode="auto">
          <a:xfrm>
            <a:off x="5181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6" name="Rectangle 15"/>
          <p:cNvSpPr>
            <a:spLocks noChangeArrowheads="1"/>
          </p:cNvSpPr>
          <p:nvPr/>
        </p:nvSpPr>
        <p:spPr bwMode="auto">
          <a:xfrm>
            <a:off x="5410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7" name="Rectangle 16"/>
          <p:cNvSpPr>
            <a:spLocks noChangeArrowheads="1"/>
          </p:cNvSpPr>
          <p:nvPr/>
        </p:nvSpPr>
        <p:spPr bwMode="auto">
          <a:xfrm>
            <a:off x="5638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8" name="Rectangle 17"/>
          <p:cNvSpPr>
            <a:spLocks noChangeArrowheads="1"/>
          </p:cNvSpPr>
          <p:nvPr/>
        </p:nvSpPr>
        <p:spPr bwMode="auto">
          <a:xfrm>
            <a:off x="5867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79" name="Rectangle 18"/>
          <p:cNvSpPr>
            <a:spLocks noChangeArrowheads="1"/>
          </p:cNvSpPr>
          <p:nvPr/>
        </p:nvSpPr>
        <p:spPr bwMode="auto">
          <a:xfrm>
            <a:off x="6096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0" name="Rectangle 19"/>
          <p:cNvSpPr>
            <a:spLocks noChangeArrowheads="1"/>
          </p:cNvSpPr>
          <p:nvPr/>
        </p:nvSpPr>
        <p:spPr bwMode="auto">
          <a:xfrm>
            <a:off x="2667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1" name="Rectangle 20"/>
          <p:cNvSpPr>
            <a:spLocks noChangeArrowheads="1"/>
          </p:cNvSpPr>
          <p:nvPr/>
        </p:nvSpPr>
        <p:spPr bwMode="auto">
          <a:xfrm>
            <a:off x="2895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2" name="Rectangle 21"/>
          <p:cNvSpPr>
            <a:spLocks noChangeArrowheads="1"/>
          </p:cNvSpPr>
          <p:nvPr/>
        </p:nvSpPr>
        <p:spPr bwMode="auto">
          <a:xfrm>
            <a:off x="3124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3" name="Rectangle 22"/>
          <p:cNvSpPr>
            <a:spLocks noChangeArrowheads="1"/>
          </p:cNvSpPr>
          <p:nvPr/>
        </p:nvSpPr>
        <p:spPr bwMode="auto">
          <a:xfrm>
            <a:off x="3352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4" name="Rectangle 23"/>
          <p:cNvSpPr>
            <a:spLocks noChangeArrowheads="1"/>
          </p:cNvSpPr>
          <p:nvPr/>
        </p:nvSpPr>
        <p:spPr bwMode="auto">
          <a:xfrm>
            <a:off x="3581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5" name="Rectangle 24"/>
          <p:cNvSpPr>
            <a:spLocks noChangeArrowheads="1"/>
          </p:cNvSpPr>
          <p:nvPr/>
        </p:nvSpPr>
        <p:spPr bwMode="auto">
          <a:xfrm>
            <a:off x="3810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6" name="Rectangle 25"/>
          <p:cNvSpPr>
            <a:spLocks noChangeArrowheads="1"/>
          </p:cNvSpPr>
          <p:nvPr/>
        </p:nvSpPr>
        <p:spPr bwMode="auto">
          <a:xfrm>
            <a:off x="4038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7" name="Rectangle 26"/>
          <p:cNvSpPr>
            <a:spLocks noChangeArrowheads="1"/>
          </p:cNvSpPr>
          <p:nvPr/>
        </p:nvSpPr>
        <p:spPr bwMode="auto">
          <a:xfrm>
            <a:off x="4267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8" name="Rectangle 27"/>
          <p:cNvSpPr>
            <a:spLocks noChangeArrowheads="1"/>
          </p:cNvSpPr>
          <p:nvPr/>
        </p:nvSpPr>
        <p:spPr bwMode="auto">
          <a:xfrm>
            <a:off x="4495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89" name="Rectangle 28"/>
          <p:cNvSpPr>
            <a:spLocks noChangeArrowheads="1"/>
          </p:cNvSpPr>
          <p:nvPr/>
        </p:nvSpPr>
        <p:spPr bwMode="auto">
          <a:xfrm>
            <a:off x="4724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0" name="Rectangle 29"/>
          <p:cNvSpPr>
            <a:spLocks noChangeArrowheads="1"/>
          </p:cNvSpPr>
          <p:nvPr/>
        </p:nvSpPr>
        <p:spPr bwMode="auto">
          <a:xfrm>
            <a:off x="4953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1" name="Rectangle 30"/>
          <p:cNvSpPr>
            <a:spLocks noChangeArrowheads="1"/>
          </p:cNvSpPr>
          <p:nvPr/>
        </p:nvSpPr>
        <p:spPr bwMode="auto">
          <a:xfrm>
            <a:off x="5181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2" name="Rectangle 31"/>
          <p:cNvSpPr>
            <a:spLocks noChangeArrowheads="1"/>
          </p:cNvSpPr>
          <p:nvPr/>
        </p:nvSpPr>
        <p:spPr bwMode="auto">
          <a:xfrm>
            <a:off x="5410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3" name="Rectangle 32"/>
          <p:cNvSpPr>
            <a:spLocks noChangeArrowheads="1"/>
          </p:cNvSpPr>
          <p:nvPr/>
        </p:nvSpPr>
        <p:spPr bwMode="auto">
          <a:xfrm>
            <a:off x="5638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4" name="Rectangle 33"/>
          <p:cNvSpPr>
            <a:spLocks noChangeArrowheads="1"/>
          </p:cNvSpPr>
          <p:nvPr/>
        </p:nvSpPr>
        <p:spPr bwMode="auto">
          <a:xfrm>
            <a:off x="5867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5" name="Rectangle 34"/>
          <p:cNvSpPr>
            <a:spLocks noChangeArrowheads="1"/>
          </p:cNvSpPr>
          <p:nvPr/>
        </p:nvSpPr>
        <p:spPr bwMode="auto">
          <a:xfrm>
            <a:off x="6096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6" name="Rectangle 35"/>
          <p:cNvSpPr>
            <a:spLocks noChangeArrowheads="1"/>
          </p:cNvSpPr>
          <p:nvPr/>
        </p:nvSpPr>
        <p:spPr bwMode="auto">
          <a:xfrm>
            <a:off x="2667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7" name="Rectangle 36"/>
          <p:cNvSpPr>
            <a:spLocks noChangeArrowheads="1"/>
          </p:cNvSpPr>
          <p:nvPr/>
        </p:nvSpPr>
        <p:spPr bwMode="auto">
          <a:xfrm>
            <a:off x="2895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8" name="Rectangle 37"/>
          <p:cNvSpPr>
            <a:spLocks noChangeArrowheads="1"/>
          </p:cNvSpPr>
          <p:nvPr/>
        </p:nvSpPr>
        <p:spPr bwMode="auto">
          <a:xfrm>
            <a:off x="3124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0999" name="Rectangle 38"/>
          <p:cNvSpPr>
            <a:spLocks noChangeArrowheads="1"/>
          </p:cNvSpPr>
          <p:nvPr/>
        </p:nvSpPr>
        <p:spPr bwMode="auto">
          <a:xfrm>
            <a:off x="3352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0" name="Rectangle 39"/>
          <p:cNvSpPr>
            <a:spLocks noChangeArrowheads="1"/>
          </p:cNvSpPr>
          <p:nvPr/>
        </p:nvSpPr>
        <p:spPr bwMode="auto">
          <a:xfrm>
            <a:off x="3581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1" name="Rectangle 40"/>
          <p:cNvSpPr>
            <a:spLocks noChangeArrowheads="1"/>
          </p:cNvSpPr>
          <p:nvPr/>
        </p:nvSpPr>
        <p:spPr bwMode="auto">
          <a:xfrm>
            <a:off x="3810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2" name="Rectangle 41"/>
          <p:cNvSpPr>
            <a:spLocks noChangeArrowheads="1"/>
          </p:cNvSpPr>
          <p:nvPr/>
        </p:nvSpPr>
        <p:spPr bwMode="auto">
          <a:xfrm>
            <a:off x="4038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3" name="Rectangle 42"/>
          <p:cNvSpPr>
            <a:spLocks noChangeArrowheads="1"/>
          </p:cNvSpPr>
          <p:nvPr/>
        </p:nvSpPr>
        <p:spPr bwMode="auto">
          <a:xfrm>
            <a:off x="4267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4" name="Rectangle 43"/>
          <p:cNvSpPr>
            <a:spLocks noChangeArrowheads="1"/>
          </p:cNvSpPr>
          <p:nvPr/>
        </p:nvSpPr>
        <p:spPr bwMode="auto">
          <a:xfrm>
            <a:off x="4495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5" name="Rectangle 44"/>
          <p:cNvSpPr>
            <a:spLocks noChangeArrowheads="1"/>
          </p:cNvSpPr>
          <p:nvPr/>
        </p:nvSpPr>
        <p:spPr bwMode="auto">
          <a:xfrm>
            <a:off x="4724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6" name="Rectangle 45"/>
          <p:cNvSpPr>
            <a:spLocks noChangeArrowheads="1"/>
          </p:cNvSpPr>
          <p:nvPr/>
        </p:nvSpPr>
        <p:spPr bwMode="auto">
          <a:xfrm>
            <a:off x="4953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7" name="Rectangle 46"/>
          <p:cNvSpPr>
            <a:spLocks noChangeArrowheads="1"/>
          </p:cNvSpPr>
          <p:nvPr/>
        </p:nvSpPr>
        <p:spPr bwMode="auto">
          <a:xfrm>
            <a:off x="5181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8" name="Rectangle 47"/>
          <p:cNvSpPr>
            <a:spLocks noChangeArrowheads="1"/>
          </p:cNvSpPr>
          <p:nvPr/>
        </p:nvSpPr>
        <p:spPr bwMode="auto">
          <a:xfrm>
            <a:off x="5410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09" name="Rectangle 48"/>
          <p:cNvSpPr>
            <a:spLocks noChangeArrowheads="1"/>
          </p:cNvSpPr>
          <p:nvPr/>
        </p:nvSpPr>
        <p:spPr bwMode="auto">
          <a:xfrm>
            <a:off x="5638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0" name="Rectangle 49"/>
          <p:cNvSpPr>
            <a:spLocks noChangeArrowheads="1"/>
          </p:cNvSpPr>
          <p:nvPr/>
        </p:nvSpPr>
        <p:spPr bwMode="auto">
          <a:xfrm>
            <a:off x="5867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1" name="Rectangle 50"/>
          <p:cNvSpPr>
            <a:spLocks noChangeArrowheads="1"/>
          </p:cNvSpPr>
          <p:nvPr/>
        </p:nvSpPr>
        <p:spPr bwMode="auto">
          <a:xfrm>
            <a:off x="6096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2" name="Rectangle 51"/>
          <p:cNvSpPr>
            <a:spLocks noChangeArrowheads="1"/>
          </p:cNvSpPr>
          <p:nvPr/>
        </p:nvSpPr>
        <p:spPr bwMode="auto">
          <a:xfrm>
            <a:off x="2667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3" name="Rectangle 52"/>
          <p:cNvSpPr>
            <a:spLocks noChangeArrowheads="1"/>
          </p:cNvSpPr>
          <p:nvPr/>
        </p:nvSpPr>
        <p:spPr bwMode="auto">
          <a:xfrm>
            <a:off x="2895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4" name="Rectangle 53"/>
          <p:cNvSpPr>
            <a:spLocks noChangeArrowheads="1"/>
          </p:cNvSpPr>
          <p:nvPr/>
        </p:nvSpPr>
        <p:spPr bwMode="auto">
          <a:xfrm>
            <a:off x="3124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5" name="Rectangle 54"/>
          <p:cNvSpPr>
            <a:spLocks noChangeArrowheads="1"/>
          </p:cNvSpPr>
          <p:nvPr/>
        </p:nvSpPr>
        <p:spPr bwMode="auto">
          <a:xfrm>
            <a:off x="3352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6" name="Rectangle 55"/>
          <p:cNvSpPr>
            <a:spLocks noChangeArrowheads="1"/>
          </p:cNvSpPr>
          <p:nvPr/>
        </p:nvSpPr>
        <p:spPr bwMode="auto">
          <a:xfrm>
            <a:off x="3581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7" name="Rectangle 56"/>
          <p:cNvSpPr>
            <a:spLocks noChangeArrowheads="1"/>
          </p:cNvSpPr>
          <p:nvPr/>
        </p:nvSpPr>
        <p:spPr bwMode="auto">
          <a:xfrm>
            <a:off x="3810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8" name="Rectangle 57"/>
          <p:cNvSpPr>
            <a:spLocks noChangeArrowheads="1"/>
          </p:cNvSpPr>
          <p:nvPr/>
        </p:nvSpPr>
        <p:spPr bwMode="auto">
          <a:xfrm>
            <a:off x="4038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19" name="Rectangle 58"/>
          <p:cNvSpPr>
            <a:spLocks noChangeArrowheads="1"/>
          </p:cNvSpPr>
          <p:nvPr/>
        </p:nvSpPr>
        <p:spPr bwMode="auto">
          <a:xfrm>
            <a:off x="4267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0" name="Rectangle 59"/>
          <p:cNvSpPr>
            <a:spLocks noChangeArrowheads="1"/>
          </p:cNvSpPr>
          <p:nvPr/>
        </p:nvSpPr>
        <p:spPr bwMode="auto">
          <a:xfrm>
            <a:off x="4495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1" name="Rectangle 60"/>
          <p:cNvSpPr>
            <a:spLocks noChangeArrowheads="1"/>
          </p:cNvSpPr>
          <p:nvPr/>
        </p:nvSpPr>
        <p:spPr bwMode="auto">
          <a:xfrm>
            <a:off x="4724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2" name="Rectangle 61"/>
          <p:cNvSpPr>
            <a:spLocks noChangeArrowheads="1"/>
          </p:cNvSpPr>
          <p:nvPr/>
        </p:nvSpPr>
        <p:spPr bwMode="auto">
          <a:xfrm>
            <a:off x="4953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3" name="Rectangle 62"/>
          <p:cNvSpPr>
            <a:spLocks noChangeArrowheads="1"/>
          </p:cNvSpPr>
          <p:nvPr/>
        </p:nvSpPr>
        <p:spPr bwMode="auto">
          <a:xfrm>
            <a:off x="5181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4" name="Rectangle 63"/>
          <p:cNvSpPr>
            <a:spLocks noChangeArrowheads="1"/>
          </p:cNvSpPr>
          <p:nvPr/>
        </p:nvSpPr>
        <p:spPr bwMode="auto">
          <a:xfrm>
            <a:off x="5410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5" name="Rectangle 64"/>
          <p:cNvSpPr>
            <a:spLocks noChangeArrowheads="1"/>
          </p:cNvSpPr>
          <p:nvPr/>
        </p:nvSpPr>
        <p:spPr bwMode="auto">
          <a:xfrm>
            <a:off x="5638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6" name="Rectangle 65"/>
          <p:cNvSpPr>
            <a:spLocks noChangeArrowheads="1"/>
          </p:cNvSpPr>
          <p:nvPr/>
        </p:nvSpPr>
        <p:spPr bwMode="auto">
          <a:xfrm>
            <a:off x="5867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7" name="Rectangle 66"/>
          <p:cNvSpPr>
            <a:spLocks noChangeArrowheads="1"/>
          </p:cNvSpPr>
          <p:nvPr/>
        </p:nvSpPr>
        <p:spPr bwMode="auto">
          <a:xfrm>
            <a:off x="6096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8" name="Rectangle 67"/>
          <p:cNvSpPr>
            <a:spLocks noChangeArrowheads="1"/>
          </p:cNvSpPr>
          <p:nvPr/>
        </p:nvSpPr>
        <p:spPr bwMode="auto">
          <a:xfrm>
            <a:off x="2667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29" name="Rectangle 68"/>
          <p:cNvSpPr>
            <a:spLocks noChangeArrowheads="1"/>
          </p:cNvSpPr>
          <p:nvPr/>
        </p:nvSpPr>
        <p:spPr bwMode="auto">
          <a:xfrm>
            <a:off x="2895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0" name="Rectangle 69"/>
          <p:cNvSpPr>
            <a:spLocks noChangeArrowheads="1"/>
          </p:cNvSpPr>
          <p:nvPr/>
        </p:nvSpPr>
        <p:spPr bwMode="auto">
          <a:xfrm>
            <a:off x="3124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1" name="Rectangle 70"/>
          <p:cNvSpPr>
            <a:spLocks noChangeArrowheads="1"/>
          </p:cNvSpPr>
          <p:nvPr/>
        </p:nvSpPr>
        <p:spPr bwMode="auto">
          <a:xfrm>
            <a:off x="3352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2" name="Rectangle 71"/>
          <p:cNvSpPr>
            <a:spLocks noChangeArrowheads="1"/>
          </p:cNvSpPr>
          <p:nvPr/>
        </p:nvSpPr>
        <p:spPr bwMode="auto">
          <a:xfrm>
            <a:off x="3581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3" name="Rectangle 72"/>
          <p:cNvSpPr>
            <a:spLocks noChangeArrowheads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4" name="Rectangle 73"/>
          <p:cNvSpPr>
            <a:spLocks noChangeArrowheads="1"/>
          </p:cNvSpPr>
          <p:nvPr/>
        </p:nvSpPr>
        <p:spPr bwMode="auto">
          <a:xfrm>
            <a:off x="4038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5" name="Rectangle 74"/>
          <p:cNvSpPr>
            <a:spLocks noChangeArrowheads="1"/>
          </p:cNvSpPr>
          <p:nvPr/>
        </p:nvSpPr>
        <p:spPr bwMode="auto">
          <a:xfrm>
            <a:off x="4267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6" name="Rectangle 75"/>
          <p:cNvSpPr>
            <a:spLocks noChangeArrowheads="1"/>
          </p:cNvSpPr>
          <p:nvPr/>
        </p:nvSpPr>
        <p:spPr bwMode="auto">
          <a:xfrm>
            <a:off x="44958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7" name="Rectangle 76"/>
          <p:cNvSpPr>
            <a:spLocks noChangeArrowheads="1"/>
          </p:cNvSpPr>
          <p:nvPr/>
        </p:nvSpPr>
        <p:spPr bwMode="auto">
          <a:xfrm>
            <a:off x="47244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8" name="Rectangle 77"/>
          <p:cNvSpPr>
            <a:spLocks noChangeArrowheads="1"/>
          </p:cNvSpPr>
          <p:nvPr/>
        </p:nvSpPr>
        <p:spPr bwMode="auto">
          <a:xfrm>
            <a:off x="4953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39" name="Rectangle 78"/>
          <p:cNvSpPr>
            <a:spLocks noChangeArrowheads="1"/>
          </p:cNvSpPr>
          <p:nvPr/>
        </p:nvSpPr>
        <p:spPr bwMode="auto">
          <a:xfrm>
            <a:off x="5181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0" name="Rectangle 79"/>
          <p:cNvSpPr>
            <a:spLocks noChangeArrowheads="1"/>
          </p:cNvSpPr>
          <p:nvPr/>
        </p:nvSpPr>
        <p:spPr bwMode="auto">
          <a:xfrm>
            <a:off x="5410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1" name="Rectangle 80"/>
          <p:cNvSpPr>
            <a:spLocks noChangeArrowheads="1"/>
          </p:cNvSpPr>
          <p:nvPr/>
        </p:nvSpPr>
        <p:spPr bwMode="auto">
          <a:xfrm>
            <a:off x="5638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2" name="Rectangle 81"/>
          <p:cNvSpPr>
            <a:spLocks noChangeArrowheads="1"/>
          </p:cNvSpPr>
          <p:nvPr/>
        </p:nvSpPr>
        <p:spPr bwMode="auto">
          <a:xfrm>
            <a:off x="5867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3" name="Rectangle 82"/>
          <p:cNvSpPr>
            <a:spLocks noChangeArrowheads="1"/>
          </p:cNvSpPr>
          <p:nvPr/>
        </p:nvSpPr>
        <p:spPr bwMode="auto">
          <a:xfrm>
            <a:off x="6096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4" name="Rectangle 83"/>
          <p:cNvSpPr>
            <a:spLocks noChangeArrowheads="1"/>
          </p:cNvSpPr>
          <p:nvPr/>
        </p:nvSpPr>
        <p:spPr bwMode="auto">
          <a:xfrm>
            <a:off x="2667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5" name="Rectangle 84"/>
          <p:cNvSpPr>
            <a:spLocks noChangeArrowheads="1"/>
          </p:cNvSpPr>
          <p:nvPr/>
        </p:nvSpPr>
        <p:spPr bwMode="auto">
          <a:xfrm>
            <a:off x="2895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6" name="Rectangle 85"/>
          <p:cNvSpPr>
            <a:spLocks noChangeArrowheads="1"/>
          </p:cNvSpPr>
          <p:nvPr/>
        </p:nvSpPr>
        <p:spPr bwMode="auto">
          <a:xfrm>
            <a:off x="3124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7" name="Rectangle 86"/>
          <p:cNvSpPr>
            <a:spLocks noChangeArrowheads="1"/>
          </p:cNvSpPr>
          <p:nvPr/>
        </p:nvSpPr>
        <p:spPr bwMode="auto">
          <a:xfrm>
            <a:off x="3352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8" name="Rectangle 87"/>
          <p:cNvSpPr>
            <a:spLocks noChangeArrowheads="1"/>
          </p:cNvSpPr>
          <p:nvPr/>
        </p:nvSpPr>
        <p:spPr bwMode="auto">
          <a:xfrm>
            <a:off x="3581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49" name="Rectangle 88"/>
          <p:cNvSpPr>
            <a:spLocks noChangeArrowheads="1"/>
          </p:cNvSpPr>
          <p:nvPr/>
        </p:nvSpPr>
        <p:spPr bwMode="auto">
          <a:xfrm>
            <a:off x="3810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0" name="Rectangle 89"/>
          <p:cNvSpPr>
            <a:spLocks noChangeArrowheads="1"/>
          </p:cNvSpPr>
          <p:nvPr/>
        </p:nvSpPr>
        <p:spPr bwMode="auto">
          <a:xfrm>
            <a:off x="40386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1" name="Rectangle 90"/>
          <p:cNvSpPr>
            <a:spLocks noChangeArrowheads="1"/>
          </p:cNvSpPr>
          <p:nvPr/>
        </p:nvSpPr>
        <p:spPr bwMode="auto">
          <a:xfrm>
            <a:off x="42672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2" name="Rectangle 91"/>
          <p:cNvSpPr>
            <a:spLocks noChangeArrowheads="1"/>
          </p:cNvSpPr>
          <p:nvPr/>
        </p:nvSpPr>
        <p:spPr bwMode="auto">
          <a:xfrm>
            <a:off x="4495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3" name="Rectangle 92"/>
          <p:cNvSpPr>
            <a:spLocks noChangeArrowheads="1"/>
          </p:cNvSpPr>
          <p:nvPr/>
        </p:nvSpPr>
        <p:spPr bwMode="auto">
          <a:xfrm>
            <a:off x="4724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4" name="Rectangle 93"/>
          <p:cNvSpPr>
            <a:spLocks noChangeArrowheads="1"/>
          </p:cNvSpPr>
          <p:nvPr/>
        </p:nvSpPr>
        <p:spPr bwMode="auto">
          <a:xfrm>
            <a:off x="49530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5" name="Rectangle 94"/>
          <p:cNvSpPr>
            <a:spLocks noChangeArrowheads="1"/>
          </p:cNvSpPr>
          <p:nvPr/>
        </p:nvSpPr>
        <p:spPr bwMode="auto">
          <a:xfrm>
            <a:off x="5181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6" name="Rectangle 95"/>
          <p:cNvSpPr>
            <a:spLocks noChangeArrowheads="1"/>
          </p:cNvSpPr>
          <p:nvPr/>
        </p:nvSpPr>
        <p:spPr bwMode="auto">
          <a:xfrm>
            <a:off x="5410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7" name="Rectangle 96"/>
          <p:cNvSpPr>
            <a:spLocks noChangeArrowheads="1"/>
          </p:cNvSpPr>
          <p:nvPr/>
        </p:nvSpPr>
        <p:spPr bwMode="auto">
          <a:xfrm>
            <a:off x="5638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8" name="Rectangle 97"/>
          <p:cNvSpPr>
            <a:spLocks noChangeArrowheads="1"/>
          </p:cNvSpPr>
          <p:nvPr/>
        </p:nvSpPr>
        <p:spPr bwMode="auto">
          <a:xfrm>
            <a:off x="5867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59" name="Rectangle 98"/>
          <p:cNvSpPr>
            <a:spLocks noChangeArrowheads="1"/>
          </p:cNvSpPr>
          <p:nvPr/>
        </p:nvSpPr>
        <p:spPr bwMode="auto">
          <a:xfrm>
            <a:off x="6096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0" name="Rectangle 99"/>
          <p:cNvSpPr>
            <a:spLocks noChangeArrowheads="1"/>
          </p:cNvSpPr>
          <p:nvPr/>
        </p:nvSpPr>
        <p:spPr bwMode="auto">
          <a:xfrm>
            <a:off x="2667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1" name="Rectangle 100"/>
          <p:cNvSpPr>
            <a:spLocks noChangeArrowheads="1"/>
          </p:cNvSpPr>
          <p:nvPr/>
        </p:nvSpPr>
        <p:spPr bwMode="auto">
          <a:xfrm>
            <a:off x="28956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2" name="Rectangle 101"/>
          <p:cNvSpPr>
            <a:spLocks noChangeArrowheads="1"/>
          </p:cNvSpPr>
          <p:nvPr/>
        </p:nvSpPr>
        <p:spPr bwMode="auto">
          <a:xfrm>
            <a:off x="3124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3" name="Rectangle 102"/>
          <p:cNvSpPr>
            <a:spLocks noChangeArrowheads="1"/>
          </p:cNvSpPr>
          <p:nvPr/>
        </p:nvSpPr>
        <p:spPr bwMode="auto">
          <a:xfrm>
            <a:off x="3352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4" name="Rectangle 103"/>
          <p:cNvSpPr>
            <a:spLocks noChangeArrowheads="1"/>
          </p:cNvSpPr>
          <p:nvPr/>
        </p:nvSpPr>
        <p:spPr bwMode="auto">
          <a:xfrm>
            <a:off x="3581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5" name="Rectangle 104"/>
          <p:cNvSpPr>
            <a:spLocks noChangeArrowheads="1"/>
          </p:cNvSpPr>
          <p:nvPr/>
        </p:nvSpPr>
        <p:spPr bwMode="auto">
          <a:xfrm>
            <a:off x="38100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6" name="Rectangle 105"/>
          <p:cNvSpPr>
            <a:spLocks noChangeArrowheads="1"/>
          </p:cNvSpPr>
          <p:nvPr/>
        </p:nvSpPr>
        <p:spPr bwMode="auto">
          <a:xfrm>
            <a:off x="40386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7" name="Rectangle 106"/>
          <p:cNvSpPr>
            <a:spLocks noChangeArrowheads="1"/>
          </p:cNvSpPr>
          <p:nvPr/>
        </p:nvSpPr>
        <p:spPr bwMode="auto">
          <a:xfrm>
            <a:off x="4267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8" name="Rectangle 107"/>
          <p:cNvSpPr>
            <a:spLocks noChangeArrowheads="1"/>
          </p:cNvSpPr>
          <p:nvPr/>
        </p:nvSpPr>
        <p:spPr bwMode="auto">
          <a:xfrm>
            <a:off x="4495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69" name="Rectangle 108"/>
          <p:cNvSpPr>
            <a:spLocks noChangeArrowheads="1"/>
          </p:cNvSpPr>
          <p:nvPr/>
        </p:nvSpPr>
        <p:spPr bwMode="auto">
          <a:xfrm>
            <a:off x="4724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0" name="Rectangle 109"/>
          <p:cNvSpPr>
            <a:spLocks noChangeArrowheads="1"/>
          </p:cNvSpPr>
          <p:nvPr/>
        </p:nvSpPr>
        <p:spPr bwMode="auto">
          <a:xfrm>
            <a:off x="4953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1" name="Rectangle 110"/>
          <p:cNvSpPr>
            <a:spLocks noChangeArrowheads="1"/>
          </p:cNvSpPr>
          <p:nvPr/>
        </p:nvSpPr>
        <p:spPr bwMode="auto">
          <a:xfrm>
            <a:off x="51816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2" name="Rectangle 111"/>
          <p:cNvSpPr>
            <a:spLocks noChangeArrowheads="1"/>
          </p:cNvSpPr>
          <p:nvPr/>
        </p:nvSpPr>
        <p:spPr bwMode="auto">
          <a:xfrm>
            <a:off x="5410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3" name="Rectangle 112"/>
          <p:cNvSpPr>
            <a:spLocks noChangeArrowheads="1"/>
          </p:cNvSpPr>
          <p:nvPr/>
        </p:nvSpPr>
        <p:spPr bwMode="auto">
          <a:xfrm>
            <a:off x="5638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4" name="Rectangle 113"/>
          <p:cNvSpPr>
            <a:spLocks noChangeArrowheads="1"/>
          </p:cNvSpPr>
          <p:nvPr/>
        </p:nvSpPr>
        <p:spPr bwMode="auto">
          <a:xfrm>
            <a:off x="5867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5" name="Rectangle 114"/>
          <p:cNvSpPr>
            <a:spLocks noChangeArrowheads="1"/>
          </p:cNvSpPr>
          <p:nvPr/>
        </p:nvSpPr>
        <p:spPr bwMode="auto">
          <a:xfrm>
            <a:off x="6096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6" name="Rectangle 115"/>
          <p:cNvSpPr>
            <a:spLocks noChangeArrowheads="1"/>
          </p:cNvSpPr>
          <p:nvPr/>
        </p:nvSpPr>
        <p:spPr bwMode="auto">
          <a:xfrm>
            <a:off x="2667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7" name="Rectangle 116"/>
          <p:cNvSpPr>
            <a:spLocks noChangeArrowheads="1"/>
          </p:cNvSpPr>
          <p:nvPr/>
        </p:nvSpPr>
        <p:spPr bwMode="auto">
          <a:xfrm>
            <a:off x="28956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8" name="Rectangle 117"/>
          <p:cNvSpPr>
            <a:spLocks noChangeArrowheads="1"/>
          </p:cNvSpPr>
          <p:nvPr/>
        </p:nvSpPr>
        <p:spPr bwMode="auto">
          <a:xfrm>
            <a:off x="3124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79" name="Rectangle 118"/>
          <p:cNvSpPr>
            <a:spLocks noChangeArrowheads="1"/>
          </p:cNvSpPr>
          <p:nvPr/>
        </p:nvSpPr>
        <p:spPr bwMode="auto">
          <a:xfrm>
            <a:off x="3352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0" name="Rectangle 119"/>
          <p:cNvSpPr>
            <a:spLocks noChangeArrowheads="1"/>
          </p:cNvSpPr>
          <p:nvPr/>
        </p:nvSpPr>
        <p:spPr bwMode="auto">
          <a:xfrm>
            <a:off x="3581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1" name="Rectangle 120"/>
          <p:cNvSpPr>
            <a:spLocks noChangeArrowheads="1"/>
          </p:cNvSpPr>
          <p:nvPr/>
        </p:nvSpPr>
        <p:spPr bwMode="auto">
          <a:xfrm>
            <a:off x="38100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2" name="Rectangle 121"/>
          <p:cNvSpPr>
            <a:spLocks noChangeArrowheads="1"/>
          </p:cNvSpPr>
          <p:nvPr/>
        </p:nvSpPr>
        <p:spPr bwMode="auto">
          <a:xfrm>
            <a:off x="40386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3" name="Rectangle 122"/>
          <p:cNvSpPr>
            <a:spLocks noChangeArrowheads="1"/>
          </p:cNvSpPr>
          <p:nvPr/>
        </p:nvSpPr>
        <p:spPr bwMode="auto">
          <a:xfrm>
            <a:off x="4267200" y="38862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4" name="Rectangle 123"/>
          <p:cNvSpPr>
            <a:spLocks noChangeArrowheads="1"/>
          </p:cNvSpPr>
          <p:nvPr/>
        </p:nvSpPr>
        <p:spPr bwMode="auto">
          <a:xfrm>
            <a:off x="4495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5" name="Rectangle 124"/>
          <p:cNvSpPr>
            <a:spLocks noChangeArrowheads="1"/>
          </p:cNvSpPr>
          <p:nvPr/>
        </p:nvSpPr>
        <p:spPr bwMode="auto">
          <a:xfrm>
            <a:off x="4724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6" name="Rectangle 125"/>
          <p:cNvSpPr>
            <a:spLocks noChangeArrowheads="1"/>
          </p:cNvSpPr>
          <p:nvPr/>
        </p:nvSpPr>
        <p:spPr bwMode="auto">
          <a:xfrm>
            <a:off x="4953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7" name="Rectangle 126"/>
          <p:cNvSpPr>
            <a:spLocks noChangeArrowheads="1"/>
          </p:cNvSpPr>
          <p:nvPr/>
        </p:nvSpPr>
        <p:spPr bwMode="auto">
          <a:xfrm>
            <a:off x="51816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8" name="Rectangle 127"/>
          <p:cNvSpPr>
            <a:spLocks noChangeArrowheads="1"/>
          </p:cNvSpPr>
          <p:nvPr/>
        </p:nvSpPr>
        <p:spPr bwMode="auto">
          <a:xfrm>
            <a:off x="5410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89" name="Rectangle 128"/>
          <p:cNvSpPr>
            <a:spLocks noChangeArrowheads="1"/>
          </p:cNvSpPr>
          <p:nvPr/>
        </p:nvSpPr>
        <p:spPr bwMode="auto">
          <a:xfrm>
            <a:off x="5638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0" name="Rectangle 129"/>
          <p:cNvSpPr>
            <a:spLocks noChangeArrowheads="1"/>
          </p:cNvSpPr>
          <p:nvPr/>
        </p:nvSpPr>
        <p:spPr bwMode="auto">
          <a:xfrm>
            <a:off x="5867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1" name="Rectangle 130"/>
          <p:cNvSpPr>
            <a:spLocks noChangeArrowheads="1"/>
          </p:cNvSpPr>
          <p:nvPr/>
        </p:nvSpPr>
        <p:spPr bwMode="auto">
          <a:xfrm>
            <a:off x="6096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2" name="Rectangle 131"/>
          <p:cNvSpPr>
            <a:spLocks noChangeArrowheads="1"/>
          </p:cNvSpPr>
          <p:nvPr/>
        </p:nvSpPr>
        <p:spPr bwMode="auto">
          <a:xfrm>
            <a:off x="2667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3" name="Rectangle 132"/>
          <p:cNvSpPr>
            <a:spLocks noChangeArrowheads="1"/>
          </p:cNvSpPr>
          <p:nvPr/>
        </p:nvSpPr>
        <p:spPr bwMode="auto">
          <a:xfrm>
            <a:off x="28956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4" name="Rectangle 133"/>
          <p:cNvSpPr>
            <a:spLocks noChangeArrowheads="1"/>
          </p:cNvSpPr>
          <p:nvPr/>
        </p:nvSpPr>
        <p:spPr bwMode="auto">
          <a:xfrm>
            <a:off x="3124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5" name="Rectangle 134"/>
          <p:cNvSpPr>
            <a:spLocks noChangeArrowheads="1"/>
          </p:cNvSpPr>
          <p:nvPr/>
        </p:nvSpPr>
        <p:spPr bwMode="auto">
          <a:xfrm>
            <a:off x="3352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6" name="Rectangle 135"/>
          <p:cNvSpPr>
            <a:spLocks noChangeArrowheads="1"/>
          </p:cNvSpPr>
          <p:nvPr/>
        </p:nvSpPr>
        <p:spPr bwMode="auto">
          <a:xfrm>
            <a:off x="3581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7" name="Rectangle 136"/>
          <p:cNvSpPr>
            <a:spLocks noChangeArrowheads="1"/>
          </p:cNvSpPr>
          <p:nvPr/>
        </p:nvSpPr>
        <p:spPr bwMode="auto">
          <a:xfrm>
            <a:off x="38100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8" name="Rectangle 137"/>
          <p:cNvSpPr>
            <a:spLocks noChangeArrowheads="1"/>
          </p:cNvSpPr>
          <p:nvPr/>
        </p:nvSpPr>
        <p:spPr bwMode="auto">
          <a:xfrm>
            <a:off x="40386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099" name="Rectangle 138"/>
          <p:cNvSpPr>
            <a:spLocks noChangeArrowheads="1"/>
          </p:cNvSpPr>
          <p:nvPr/>
        </p:nvSpPr>
        <p:spPr bwMode="auto">
          <a:xfrm>
            <a:off x="42672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0" name="Rectangle 139"/>
          <p:cNvSpPr>
            <a:spLocks noChangeArrowheads="1"/>
          </p:cNvSpPr>
          <p:nvPr/>
        </p:nvSpPr>
        <p:spPr bwMode="auto">
          <a:xfrm>
            <a:off x="44958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1" name="Rectangle 140"/>
          <p:cNvSpPr>
            <a:spLocks noChangeArrowheads="1"/>
          </p:cNvSpPr>
          <p:nvPr/>
        </p:nvSpPr>
        <p:spPr bwMode="auto">
          <a:xfrm>
            <a:off x="4724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2" name="Rectangle 141"/>
          <p:cNvSpPr>
            <a:spLocks noChangeArrowheads="1"/>
          </p:cNvSpPr>
          <p:nvPr/>
        </p:nvSpPr>
        <p:spPr bwMode="auto">
          <a:xfrm>
            <a:off x="4953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3" name="Rectangle 142"/>
          <p:cNvSpPr>
            <a:spLocks noChangeArrowheads="1"/>
          </p:cNvSpPr>
          <p:nvPr/>
        </p:nvSpPr>
        <p:spPr bwMode="auto">
          <a:xfrm>
            <a:off x="51816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4" name="Rectangle 143"/>
          <p:cNvSpPr>
            <a:spLocks noChangeArrowheads="1"/>
          </p:cNvSpPr>
          <p:nvPr/>
        </p:nvSpPr>
        <p:spPr bwMode="auto">
          <a:xfrm>
            <a:off x="5410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5" name="Rectangle 144"/>
          <p:cNvSpPr>
            <a:spLocks noChangeArrowheads="1"/>
          </p:cNvSpPr>
          <p:nvPr/>
        </p:nvSpPr>
        <p:spPr bwMode="auto">
          <a:xfrm>
            <a:off x="5638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6" name="Rectangle 145"/>
          <p:cNvSpPr>
            <a:spLocks noChangeArrowheads="1"/>
          </p:cNvSpPr>
          <p:nvPr/>
        </p:nvSpPr>
        <p:spPr bwMode="auto">
          <a:xfrm>
            <a:off x="5867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7" name="Rectangle 146"/>
          <p:cNvSpPr>
            <a:spLocks noChangeArrowheads="1"/>
          </p:cNvSpPr>
          <p:nvPr/>
        </p:nvSpPr>
        <p:spPr bwMode="auto">
          <a:xfrm>
            <a:off x="6096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8" name="Rectangle 147"/>
          <p:cNvSpPr>
            <a:spLocks noChangeArrowheads="1"/>
          </p:cNvSpPr>
          <p:nvPr/>
        </p:nvSpPr>
        <p:spPr bwMode="auto">
          <a:xfrm>
            <a:off x="2667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09" name="Rectangle 148"/>
          <p:cNvSpPr>
            <a:spLocks noChangeArrowheads="1"/>
          </p:cNvSpPr>
          <p:nvPr/>
        </p:nvSpPr>
        <p:spPr bwMode="auto">
          <a:xfrm>
            <a:off x="2895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0" name="Rectangle 149"/>
          <p:cNvSpPr>
            <a:spLocks noChangeArrowheads="1"/>
          </p:cNvSpPr>
          <p:nvPr/>
        </p:nvSpPr>
        <p:spPr bwMode="auto">
          <a:xfrm>
            <a:off x="3124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1" name="Rectangle 150"/>
          <p:cNvSpPr>
            <a:spLocks noChangeArrowheads="1"/>
          </p:cNvSpPr>
          <p:nvPr/>
        </p:nvSpPr>
        <p:spPr bwMode="auto">
          <a:xfrm>
            <a:off x="3352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2" name="Rectangle 151"/>
          <p:cNvSpPr>
            <a:spLocks noChangeArrowheads="1"/>
          </p:cNvSpPr>
          <p:nvPr/>
        </p:nvSpPr>
        <p:spPr bwMode="auto">
          <a:xfrm>
            <a:off x="35814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3" name="Rectangle 152"/>
          <p:cNvSpPr>
            <a:spLocks noChangeArrowheads="1"/>
          </p:cNvSpPr>
          <p:nvPr/>
        </p:nvSpPr>
        <p:spPr bwMode="auto">
          <a:xfrm>
            <a:off x="3810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4" name="Rectangle 153"/>
          <p:cNvSpPr>
            <a:spLocks noChangeArrowheads="1"/>
          </p:cNvSpPr>
          <p:nvPr/>
        </p:nvSpPr>
        <p:spPr bwMode="auto">
          <a:xfrm>
            <a:off x="4038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5" name="Rectangle 154"/>
          <p:cNvSpPr>
            <a:spLocks noChangeArrowheads="1"/>
          </p:cNvSpPr>
          <p:nvPr/>
        </p:nvSpPr>
        <p:spPr bwMode="auto">
          <a:xfrm>
            <a:off x="4267200" y="43434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6" name="Rectangle 155"/>
          <p:cNvSpPr>
            <a:spLocks noChangeArrowheads="1"/>
          </p:cNvSpPr>
          <p:nvPr/>
        </p:nvSpPr>
        <p:spPr bwMode="auto">
          <a:xfrm>
            <a:off x="4495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7" name="Rectangle 156"/>
          <p:cNvSpPr>
            <a:spLocks noChangeArrowheads="1"/>
          </p:cNvSpPr>
          <p:nvPr/>
        </p:nvSpPr>
        <p:spPr bwMode="auto">
          <a:xfrm>
            <a:off x="47244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8" name="Rectangle 157"/>
          <p:cNvSpPr>
            <a:spLocks noChangeArrowheads="1"/>
          </p:cNvSpPr>
          <p:nvPr/>
        </p:nvSpPr>
        <p:spPr bwMode="auto">
          <a:xfrm>
            <a:off x="49530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19" name="Rectangle 158"/>
          <p:cNvSpPr>
            <a:spLocks noChangeArrowheads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0" name="Rectangle 159"/>
          <p:cNvSpPr>
            <a:spLocks noChangeArrowheads="1"/>
          </p:cNvSpPr>
          <p:nvPr/>
        </p:nvSpPr>
        <p:spPr bwMode="auto">
          <a:xfrm>
            <a:off x="5410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1" name="Rectangle 160"/>
          <p:cNvSpPr>
            <a:spLocks noChangeArrowheads="1"/>
          </p:cNvSpPr>
          <p:nvPr/>
        </p:nvSpPr>
        <p:spPr bwMode="auto">
          <a:xfrm>
            <a:off x="5638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2" name="Rectangle 161"/>
          <p:cNvSpPr>
            <a:spLocks noChangeArrowheads="1"/>
          </p:cNvSpPr>
          <p:nvPr/>
        </p:nvSpPr>
        <p:spPr bwMode="auto">
          <a:xfrm>
            <a:off x="58674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3" name="Rectangle 162"/>
          <p:cNvSpPr>
            <a:spLocks noChangeArrowheads="1"/>
          </p:cNvSpPr>
          <p:nvPr/>
        </p:nvSpPr>
        <p:spPr bwMode="auto">
          <a:xfrm>
            <a:off x="6096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4" name="Rectangle 163"/>
          <p:cNvSpPr>
            <a:spLocks noChangeArrowheads="1"/>
          </p:cNvSpPr>
          <p:nvPr/>
        </p:nvSpPr>
        <p:spPr bwMode="auto">
          <a:xfrm>
            <a:off x="2667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5" name="Rectangle 164"/>
          <p:cNvSpPr>
            <a:spLocks noChangeArrowheads="1"/>
          </p:cNvSpPr>
          <p:nvPr/>
        </p:nvSpPr>
        <p:spPr bwMode="auto">
          <a:xfrm>
            <a:off x="2895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6" name="Rectangle 165"/>
          <p:cNvSpPr>
            <a:spLocks noChangeArrowheads="1"/>
          </p:cNvSpPr>
          <p:nvPr/>
        </p:nvSpPr>
        <p:spPr bwMode="auto">
          <a:xfrm>
            <a:off x="3124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7" name="Rectangle 166"/>
          <p:cNvSpPr>
            <a:spLocks noChangeArrowheads="1"/>
          </p:cNvSpPr>
          <p:nvPr/>
        </p:nvSpPr>
        <p:spPr bwMode="auto">
          <a:xfrm>
            <a:off x="3352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8" name="Rectangle 167"/>
          <p:cNvSpPr>
            <a:spLocks noChangeArrowheads="1"/>
          </p:cNvSpPr>
          <p:nvPr/>
        </p:nvSpPr>
        <p:spPr bwMode="auto">
          <a:xfrm>
            <a:off x="35814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29" name="Rectangle 168"/>
          <p:cNvSpPr>
            <a:spLocks noChangeArrowheads="1"/>
          </p:cNvSpPr>
          <p:nvPr/>
        </p:nvSpPr>
        <p:spPr bwMode="auto">
          <a:xfrm>
            <a:off x="3810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0" name="Rectangle 169"/>
          <p:cNvSpPr>
            <a:spLocks noChangeArrowheads="1"/>
          </p:cNvSpPr>
          <p:nvPr/>
        </p:nvSpPr>
        <p:spPr bwMode="auto">
          <a:xfrm>
            <a:off x="4038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1" name="Rectangle 170"/>
          <p:cNvSpPr>
            <a:spLocks noChangeArrowheads="1"/>
          </p:cNvSpPr>
          <p:nvPr/>
        </p:nvSpPr>
        <p:spPr bwMode="auto">
          <a:xfrm>
            <a:off x="4267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2" name="Rectangle 171"/>
          <p:cNvSpPr>
            <a:spLocks noChangeArrowheads="1"/>
          </p:cNvSpPr>
          <p:nvPr/>
        </p:nvSpPr>
        <p:spPr bwMode="auto">
          <a:xfrm>
            <a:off x="4495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3" name="Rectangle 172"/>
          <p:cNvSpPr>
            <a:spLocks noChangeArrowheads="1"/>
          </p:cNvSpPr>
          <p:nvPr/>
        </p:nvSpPr>
        <p:spPr bwMode="auto">
          <a:xfrm>
            <a:off x="47244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4" name="Rectangle 173"/>
          <p:cNvSpPr>
            <a:spLocks noChangeArrowheads="1"/>
          </p:cNvSpPr>
          <p:nvPr/>
        </p:nvSpPr>
        <p:spPr bwMode="auto">
          <a:xfrm>
            <a:off x="49530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5" name="Rectangle 174"/>
          <p:cNvSpPr>
            <a:spLocks noChangeArrowheads="1"/>
          </p:cNvSpPr>
          <p:nvPr/>
        </p:nvSpPr>
        <p:spPr bwMode="auto">
          <a:xfrm>
            <a:off x="5181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6" name="Rectangle 175"/>
          <p:cNvSpPr>
            <a:spLocks noChangeArrowheads="1"/>
          </p:cNvSpPr>
          <p:nvPr/>
        </p:nvSpPr>
        <p:spPr bwMode="auto">
          <a:xfrm>
            <a:off x="5410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7" name="Rectangle 176"/>
          <p:cNvSpPr>
            <a:spLocks noChangeArrowheads="1"/>
          </p:cNvSpPr>
          <p:nvPr/>
        </p:nvSpPr>
        <p:spPr bwMode="auto">
          <a:xfrm>
            <a:off x="5638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8" name="Rectangle 177"/>
          <p:cNvSpPr>
            <a:spLocks noChangeArrowheads="1"/>
          </p:cNvSpPr>
          <p:nvPr/>
        </p:nvSpPr>
        <p:spPr bwMode="auto">
          <a:xfrm>
            <a:off x="58674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39" name="Rectangle 178"/>
          <p:cNvSpPr>
            <a:spLocks noChangeArrowheads="1"/>
          </p:cNvSpPr>
          <p:nvPr/>
        </p:nvSpPr>
        <p:spPr bwMode="auto">
          <a:xfrm>
            <a:off x="6096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0" name="Rectangle 179"/>
          <p:cNvSpPr>
            <a:spLocks noChangeArrowheads="1"/>
          </p:cNvSpPr>
          <p:nvPr/>
        </p:nvSpPr>
        <p:spPr bwMode="auto">
          <a:xfrm>
            <a:off x="2667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1" name="Rectangle 180"/>
          <p:cNvSpPr>
            <a:spLocks noChangeArrowheads="1"/>
          </p:cNvSpPr>
          <p:nvPr/>
        </p:nvSpPr>
        <p:spPr bwMode="auto">
          <a:xfrm>
            <a:off x="2895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2" name="Rectangle 181"/>
          <p:cNvSpPr>
            <a:spLocks noChangeArrowheads="1"/>
          </p:cNvSpPr>
          <p:nvPr/>
        </p:nvSpPr>
        <p:spPr bwMode="auto">
          <a:xfrm>
            <a:off x="3124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3" name="Rectangle 182"/>
          <p:cNvSpPr>
            <a:spLocks noChangeArrowheads="1"/>
          </p:cNvSpPr>
          <p:nvPr/>
        </p:nvSpPr>
        <p:spPr bwMode="auto">
          <a:xfrm>
            <a:off x="3352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4" name="Rectangle 183"/>
          <p:cNvSpPr>
            <a:spLocks noChangeArrowheads="1"/>
          </p:cNvSpPr>
          <p:nvPr/>
        </p:nvSpPr>
        <p:spPr bwMode="auto">
          <a:xfrm>
            <a:off x="3581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5" name="Rectangle 184"/>
          <p:cNvSpPr>
            <a:spLocks noChangeArrowheads="1"/>
          </p:cNvSpPr>
          <p:nvPr/>
        </p:nvSpPr>
        <p:spPr bwMode="auto">
          <a:xfrm>
            <a:off x="3810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6" name="Rectangle 185"/>
          <p:cNvSpPr>
            <a:spLocks noChangeArrowheads="1"/>
          </p:cNvSpPr>
          <p:nvPr/>
        </p:nvSpPr>
        <p:spPr bwMode="auto">
          <a:xfrm>
            <a:off x="4038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7" name="Rectangle 186"/>
          <p:cNvSpPr>
            <a:spLocks noChangeArrowheads="1"/>
          </p:cNvSpPr>
          <p:nvPr/>
        </p:nvSpPr>
        <p:spPr bwMode="auto">
          <a:xfrm>
            <a:off x="4267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8" name="Rectangle 187"/>
          <p:cNvSpPr>
            <a:spLocks noChangeArrowheads="1"/>
          </p:cNvSpPr>
          <p:nvPr/>
        </p:nvSpPr>
        <p:spPr bwMode="auto">
          <a:xfrm>
            <a:off x="44958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49" name="Rectangle 188"/>
          <p:cNvSpPr>
            <a:spLocks noChangeArrowheads="1"/>
          </p:cNvSpPr>
          <p:nvPr/>
        </p:nvSpPr>
        <p:spPr bwMode="auto">
          <a:xfrm>
            <a:off x="4724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0" name="Rectangle 189"/>
          <p:cNvSpPr>
            <a:spLocks noChangeArrowheads="1"/>
          </p:cNvSpPr>
          <p:nvPr/>
        </p:nvSpPr>
        <p:spPr bwMode="auto">
          <a:xfrm>
            <a:off x="4953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1" name="Rectangle 190"/>
          <p:cNvSpPr>
            <a:spLocks noChangeArrowheads="1"/>
          </p:cNvSpPr>
          <p:nvPr/>
        </p:nvSpPr>
        <p:spPr bwMode="auto">
          <a:xfrm>
            <a:off x="5181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2" name="Rectangle 191"/>
          <p:cNvSpPr>
            <a:spLocks noChangeArrowheads="1"/>
          </p:cNvSpPr>
          <p:nvPr/>
        </p:nvSpPr>
        <p:spPr bwMode="auto">
          <a:xfrm>
            <a:off x="5410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3" name="Rectangle 192"/>
          <p:cNvSpPr>
            <a:spLocks noChangeArrowheads="1"/>
          </p:cNvSpPr>
          <p:nvPr/>
        </p:nvSpPr>
        <p:spPr bwMode="auto">
          <a:xfrm>
            <a:off x="5638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4" name="Rectangle 193"/>
          <p:cNvSpPr>
            <a:spLocks noChangeArrowheads="1"/>
          </p:cNvSpPr>
          <p:nvPr/>
        </p:nvSpPr>
        <p:spPr bwMode="auto">
          <a:xfrm>
            <a:off x="58674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5" name="Rectangle 194"/>
          <p:cNvSpPr>
            <a:spLocks noChangeArrowheads="1"/>
          </p:cNvSpPr>
          <p:nvPr/>
        </p:nvSpPr>
        <p:spPr bwMode="auto">
          <a:xfrm>
            <a:off x="6096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6" name="Rectangle 195"/>
          <p:cNvSpPr>
            <a:spLocks noChangeArrowheads="1"/>
          </p:cNvSpPr>
          <p:nvPr/>
        </p:nvSpPr>
        <p:spPr bwMode="auto">
          <a:xfrm>
            <a:off x="2667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7" name="Rectangle 196"/>
          <p:cNvSpPr>
            <a:spLocks noChangeArrowheads="1"/>
          </p:cNvSpPr>
          <p:nvPr/>
        </p:nvSpPr>
        <p:spPr bwMode="auto">
          <a:xfrm>
            <a:off x="2895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8" name="Rectangle 197"/>
          <p:cNvSpPr>
            <a:spLocks noChangeArrowheads="1"/>
          </p:cNvSpPr>
          <p:nvPr/>
        </p:nvSpPr>
        <p:spPr bwMode="auto">
          <a:xfrm>
            <a:off x="3124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59" name="Rectangle 198"/>
          <p:cNvSpPr>
            <a:spLocks noChangeArrowheads="1"/>
          </p:cNvSpPr>
          <p:nvPr/>
        </p:nvSpPr>
        <p:spPr bwMode="auto">
          <a:xfrm>
            <a:off x="3352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0" name="Rectangle 199"/>
          <p:cNvSpPr>
            <a:spLocks noChangeArrowheads="1"/>
          </p:cNvSpPr>
          <p:nvPr/>
        </p:nvSpPr>
        <p:spPr bwMode="auto">
          <a:xfrm>
            <a:off x="3581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1" name="Rectangle 200"/>
          <p:cNvSpPr>
            <a:spLocks noChangeArrowheads="1"/>
          </p:cNvSpPr>
          <p:nvPr/>
        </p:nvSpPr>
        <p:spPr bwMode="auto">
          <a:xfrm>
            <a:off x="38100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2" name="Rectangle 201"/>
          <p:cNvSpPr>
            <a:spLocks noChangeArrowheads="1"/>
          </p:cNvSpPr>
          <p:nvPr/>
        </p:nvSpPr>
        <p:spPr bwMode="auto">
          <a:xfrm>
            <a:off x="40386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3" name="Rectangle 202"/>
          <p:cNvSpPr>
            <a:spLocks noChangeArrowheads="1"/>
          </p:cNvSpPr>
          <p:nvPr/>
        </p:nvSpPr>
        <p:spPr bwMode="auto">
          <a:xfrm>
            <a:off x="42672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4" name="Rectangle 203"/>
          <p:cNvSpPr>
            <a:spLocks noChangeArrowheads="1"/>
          </p:cNvSpPr>
          <p:nvPr/>
        </p:nvSpPr>
        <p:spPr bwMode="auto">
          <a:xfrm>
            <a:off x="4495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5" name="Rectangle 204"/>
          <p:cNvSpPr>
            <a:spLocks noChangeArrowheads="1"/>
          </p:cNvSpPr>
          <p:nvPr/>
        </p:nvSpPr>
        <p:spPr bwMode="auto">
          <a:xfrm>
            <a:off x="4724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6" name="Rectangle 205"/>
          <p:cNvSpPr>
            <a:spLocks noChangeArrowheads="1"/>
          </p:cNvSpPr>
          <p:nvPr/>
        </p:nvSpPr>
        <p:spPr bwMode="auto">
          <a:xfrm>
            <a:off x="4953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7" name="Rectangle 206"/>
          <p:cNvSpPr>
            <a:spLocks noChangeArrowheads="1"/>
          </p:cNvSpPr>
          <p:nvPr/>
        </p:nvSpPr>
        <p:spPr bwMode="auto">
          <a:xfrm>
            <a:off x="5181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8" name="Rectangle 207"/>
          <p:cNvSpPr>
            <a:spLocks noChangeArrowheads="1"/>
          </p:cNvSpPr>
          <p:nvPr/>
        </p:nvSpPr>
        <p:spPr bwMode="auto">
          <a:xfrm>
            <a:off x="5410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69" name="Rectangle 208"/>
          <p:cNvSpPr>
            <a:spLocks noChangeArrowheads="1"/>
          </p:cNvSpPr>
          <p:nvPr/>
        </p:nvSpPr>
        <p:spPr bwMode="auto">
          <a:xfrm>
            <a:off x="5638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0" name="Rectangle 209"/>
          <p:cNvSpPr>
            <a:spLocks noChangeArrowheads="1"/>
          </p:cNvSpPr>
          <p:nvPr/>
        </p:nvSpPr>
        <p:spPr bwMode="auto">
          <a:xfrm>
            <a:off x="5867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1" name="Rectangle 210"/>
          <p:cNvSpPr>
            <a:spLocks noChangeArrowheads="1"/>
          </p:cNvSpPr>
          <p:nvPr/>
        </p:nvSpPr>
        <p:spPr bwMode="auto">
          <a:xfrm>
            <a:off x="6096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2" name="Rectangle 211"/>
          <p:cNvSpPr>
            <a:spLocks noChangeArrowheads="1"/>
          </p:cNvSpPr>
          <p:nvPr/>
        </p:nvSpPr>
        <p:spPr bwMode="auto">
          <a:xfrm>
            <a:off x="2667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3" name="Rectangle 212"/>
          <p:cNvSpPr>
            <a:spLocks noChangeArrowheads="1"/>
          </p:cNvSpPr>
          <p:nvPr/>
        </p:nvSpPr>
        <p:spPr bwMode="auto">
          <a:xfrm>
            <a:off x="2895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4" name="Rectangle 213"/>
          <p:cNvSpPr>
            <a:spLocks noChangeArrowheads="1"/>
          </p:cNvSpPr>
          <p:nvPr/>
        </p:nvSpPr>
        <p:spPr bwMode="auto">
          <a:xfrm>
            <a:off x="3124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5" name="Rectangle 214"/>
          <p:cNvSpPr>
            <a:spLocks noChangeArrowheads="1"/>
          </p:cNvSpPr>
          <p:nvPr/>
        </p:nvSpPr>
        <p:spPr bwMode="auto">
          <a:xfrm>
            <a:off x="3352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6" name="Rectangle 215"/>
          <p:cNvSpPr>
            <a:spLocks noChangeArrowheads="1"/>
          </p:cNvSpPr>
          <p:nvPr/>
        </p:nvSpPr>
        <p:spPr bwMode="auto">
          <a:xfrm>
            <a:off x="3581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7" name="Rectangle 216"/>
          <p:cNvSpPr>
            <a:spLocks noChangeArrowheads="1"/>
          </p:cNvSpPr>
          <p:nvPr/>
        </p:nvSpPr>
        <p:spPr bwMode="auto">
          <a:xfrm>
            <a:off x="3810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8" name="Rectangle 217"/>
          <p:cNvSpPr>
            <a:spLocks noChangeArrowheads="1"/>
          </p:cNvSpPr>
          <p:nvPr/>
        </p:nvSpPr>
        <p:spPr bwMode="auto">
          <a:xfrm>
            <a:off x="4038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79" name="Rectangle 218"/>
          <p:cNvSpPr>
            <a:spLocks noChangeArrowheads="1"/>
          </p:cNvSpPr>
          <p:nvPr/>
        </p:nvSpPr>
        <p:spPr bwMode="auto">
          <a:xfrm>
            <a:off x="4267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0" name="Rectangle 219"/>
          <p:cNvSpPr>
            <a:spLocks noChangeArrowheads="1"/>
          </p:cNvSpPr>
          <p:nvPr/>
        </p:nvSpPr>
        <p:spPr bwMode="auto">
          <a:xfrm>
            <a:off x="4495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1" name="Rectangle 220"/>
          <p:cNvSpPr>
            <a:spLocks noChangeArrowheads="1"/>
          </p:cNvSpPr>
          <p:nvPr/>
        </p:nvSpPr>
        <p:spPr bwMode="auto">
          <a:xfrm>
            <a:off x="4724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2" name="Rectangle 221"/>
          <p:cNvSpPr>
            <a:spLocks noChangeArrowheads="1"/>
          </p:cNvSpPr>
          <p:nvPr/>
        </p:nvSpPr>
        <p:spPr bwMode="auto">
          <a:xfrm>
            <a:off x="4953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3" name="Rectangle 222"/>
          <p:cNvSpPr>
            <a:spLocks noChangeArrowheads="1"/>
          </p:cNvSpPr>
          <p:nvPr/>
        </p:nvSpPr>
        <p:spPr bwMode="auto">
          <a:xfrm>
            <a:off x="5181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4" name="Rectangle 223"/>
          <p:cNvSpPr>
            <a:spLocks noChangeArrowheads="1"/>
          </p:cNvSpPr>
          <p:nvPr/>
        </p:nvSpPr>
        <p:spPr bwMode="auto">
          <a:xfrm>
            <a:off x="5410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5" name="Rectangle 224"/>
          <p:cNvSpPr>
            <a:spLocks noChangeArrowheads="1"/>
          </p:cNvSpPr>
          <p:nvPr/>
        </p:nvSpPr>
        <p:spPr bwMode="auto">
          <a:xfrm>
            <a:off x="5638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6" name="Rectangle 225"/>
          <p:cNvSpPr>
            <a:spLocks noChangeArrowheads="1"/>
          </p:cNvSpPr>
          <p:nvPr/>
        </p:nvSpPr>
        <p:spPr bwMode="auto">
          <a:xfrm>
            <a:off x="5867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7" name="Rectangle 226"/>
          <p:cNvSpPr>
            <a:spLocks noChangeArrowheads="1"/>
          </p:cNvSpPr>
          <p:nvPr/>
        </p:nvSpPr>
        <p:spPr bwMode="auto">
          <a:xfrm>
            <a:off x="6096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8" name="Rectangle 227"/>
          <p:cNvSpPr>
            <a:spLocks noChangeArrowheads="1"/>
          </p:cNvSpPr>
          <p:nvPr/>
        </p:nvSpPr>
        <p:spPr bwMode="auto">
          <a:xfrm>
            <a:off x="2667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89" name="Rectangle 228"/>
          <p:cNvSpPr>
            <a:spLocks noChangeArrowheads="1"/>
          </p:cNvSpPr>
          <p:nvPr/>
        </p:nvSpPr>
        <p:spPr bwMode="auto">
          <a:xfrm>
            <a:off x="2895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0" name="Rectangle 229"/>
          <p:cNvSpPr>
            <a:spLocks noChangeArrowheads="1"/>
          </p:cNvSpPr>
          <p:nvPr/>
        </p:nvSpPr>
        <p:spPr bwMode="auto">
          <a:xfrm>
            <a:off x="3124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1" name="Rectangle 230"/>
          <p:cNvSpPr>
            <a:spLocks noChangeArrowheads="1"/>
          </p:cNvSpPr>
          <p:nvPr/>
        </p:nvSpPr>
        <p:spPr bwMode="auto">
          <a:xfrm>
            <a:off x="3352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2" name="Rectangle 231"/>
          <p:cNvSpPr>
            <a:spLocks noChangeArrowheads="1"/>
          </p:cNvSpPr>
          <p:nvPr/>
        </p:nvSpPr>
        <p:spPr bwMode="auto">
          <a:xfrm>
            <a:off x="3581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3" name="Rectangle 232"/>
          <p:cNvSpPr>
            <a:spLocks noChangeArrowheads="1"/>
          </p:cNvSpPr>
          <p:nvPr/>
        </p:nvSpPr>
        <p:spPr bwMode="auto">
          <a:xfrm>
            <a:off x="3810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4" name="Rectangle 233"/>
          <p:cNvSpPr>
            <a:spLocks noChangeArrowheads="1"/>
          </p:cNvSpPr>
          <p:nvPr/>
        </p:nvSpPr>
        <p:spPr bwMode="auto">
          <a:xfrm>
            <a:off x="4038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5" name="Rectangle 234"/>
          <p:cNvSpPr>
            <a:spLocks noChangeArrowheads="1"/>
          </p:cNvSpPr>
          <p:nvPr/>
        </p:nvSpPr>
        <p:spPr bwMode="auto">
          <a:xfrm>
            <a:off x="4267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6" name="Rectangle 235"/>
          <p:cNvSpPr>
            <a:spLocks noChangeArrowheads="1"/>
          </p:cNvSpPr>
          <p:nvPr/>
        </p:nvSpPr>
        <p:spPr bwMode="auto">
          <a:xfrm>
            <a:off x="4495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7" name="Rectangle 236"/>
          <p:cNvSpPr>
            <a:spLocks noChangeArrowheads="1"/>
          </p:cNvSpPr>
          <p:nvPr/>
        </p:nvSpPr>
        <p:spPr bwMode="auto">
          <a:xfrm>
            <a:off x="4724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8" name="Rectangle 237"/>
          <p:cNvSpPr>
            <a:spLocks noChangeArrowheads="1"/>
          </p:cNvSpPr>
          <p:nvPr/>
        </p:nvSpPr>
        <p:spPr bwMode="auto">
          <a:xfrm>
            <a:off x="4953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199" name="Rectangle 238"/>
          <p:cNvSpPr>
            <a:spLocks noChangeArrowheads="1"/>
          </p:cNvSpPr>
          <p:nvPr/>
        </p:nvSpPr>
        <p:spPr bwMode="auto">
          <a:xfrm>
            <a:off x="5181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0" name="Rectangle 239"/>
          <p:cNvSpPr>
            <a:spLocks noChangeArrowheads="1"/>
          </p:cNvSpPr>
          <p:nvPr/>
        </p:nvSpPr>
        <p:spPr bwMode="auto">
          <a:xfrm>
            <a:off x="5410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1" name="Rectangle 240"/>
          <p:cNvSpPr>
            <a:spLocks noChangeArrowheads="1"/>
          </p:cNvSpPr>
          <p:nvPr/>
        </p:nvSpPr>
        <p:spPr bwMode="auto">
          <a:xfrm>
            <a:off x="5638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2" name="Rectangle 241"/>
          <p:cNvSpPr>
            <a:spLocks noChangeArrowheads="1"/>
          </p:cNvSpPr>
          <p:nvPr/>
        </p:nvSpPr>
        <p:spPr bwMode="auto">
          <a:xfrm>
            <a:off x="5867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3" name="Rectangle 242"/>
          <p:cNvSpPr>
            <a:spLocks noChangeArrowheads="1"/>
          </p:cNvSpPr>
          <p:nvPr/>
        </p:nvSpPr>
        <p:spPr bwMode="auto">
          <a:xfrm>
            <a:off x="6096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4" name="Rectangle 243"/>
          <p:cNvSpPr>
            <a:spLocks noChangeArrowheads="1"/>
          </p:cNvSpPr>
          <p:nvPr/>
        </p:nvSpPr>
        <p:spPr bwMode="auto">
          <a:xfrm>
            <a:off x="2667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5" name="Rectangle 244"/>
          <p:cNvSpPr>
            <a:spLocks noChangeArrowheads="1"/>
          </p:cNvSpPr>
          <p:nvPr/>
        </p:nvSpPr>
        <p:spPr bwMode="auto">
          <a:xfrm>
            <a:off x="2895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6" name="Rectangle 245"/>
          <p:cNvSpPr>
            <a:spLocks noChangeArrowheads="1"/>
          </p:cNvSpPr>
          <p:nvPr/>
        </p:nvSpPr>
        <p:spPr bwMode="auto">
          <a:xfrm>
            <a:off x="3124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7" name="Rectangle 246"/>
          <p:cNvSpPr>
            <a:spLocks noChangeArrowheads="1"/>
          </p:cNvSpPr>
          <p:nvPr/>
        </p:nvSpPr>
        <p:spPr bwMode="auto">
          <a:xfrm>
            <a:off x="3352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8" name="Rectangle 247"/>
          <p:cNvSpPr>
            <a:spLocks noChangeArrowheads="1"/>
          </p:cNvSpPr>
          <p:nvPr/>
        </p:nvSpPr>
        <p:spPr bwMode="auto">
          <a:xfrm>
            <a:off x="3581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09" name="Rectangle 248"/>
          <p:cNvSpPr>
            <a:spLocks noChangeArrowheads="1"/>
          </p:cNvSpPr>
          <p:nvPr/>
        </p:nvSpPr>
        <p:spPr bwMode="auto">
          <a:xfrm>
            <a:off x="3810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0" name="Rectangle 249"/>
          <p:cNvSpPr>
            <a:spLocks noChangeArrowheads="1"/>
          </p:cNvSpPr>
          <p:nvPr/>
        </p:nvSpPr>
        <p:spPr bwMode="auto">
          <a:xfrm>
            <a:off x="4038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1" name="Rectangle 250"/>
          <p:cNvSpPr>
            <a:spLocks noChangeArrowheads="1"/>
          </p:cNvSpPr>
          <p:nvPr/>
        </p:nvSpPr>
        <p:spPr bwMode="auto">
          <a:xfrm>
            <a:off x="4267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2" name="Rectangle 251"/>
          <p:cNvSpPr>
            <a:spLocks noChangeArrowheads="1"/>
          </p:cNvSpPr>
          <p:nvPr/>
        </p:nvSpPr>
        <p:spPr bwMode="auto">
          <a:xfrm>
            <a:off x="4495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3" name="Rectangle 252"/>
          <p:cNvSpPr>
            <a:spLocks noChangeArrowheads="1"/>
          </p:cNvSpPr>
          <p:nvPr/>
        </p:nvSpPr>
        <p:spPr bwMode="auto">
          <a:xfrm>
            <a:off x="4724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4" name="Rectangle 253"/>
          <p:cNvSpPr>
            <a:spLocks noChangeArrowheads="1"/>
          </p:cNvSpPr>
          <p:nvPr/>
        </p:nvSpPr>
        <p:spPr bwMode="auto">
          <a:xfrm>
            <a:off x="4953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5" name="Rectangle 254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6" name="Rectangle 255"/>
          <p:cNvSpPr>
            <a:spLocks noChangeArrowheads="1"/>
          </p:cNvSpPr>
          <p:nvPr/>
        </p:nvSpPr>
        <p:spPr bwMode="auto">
          <a:xfrm>
            <a:off x="5410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7" name="Rectangle 256"/>
          <p:cNvSpPr>
            <a:spLocks noChangeArrowheads="1"/>
          </p:cNvSpPr>
          <p:nvPr/>
        </p:nvSpPr>
        <p:spPr bwMode="auto">
          <a:xfrm>
            <a:off x="5638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8" name="Rectangle 257"/>
          <p:cNvSpPr>
            <a:spLocks noChangeArrowheads="1"/>
          </p:cNvSpPr>
          <p:nvPr/>
        </p:nvSpPr>
        <p:spPr bwMode="auto">
          <a:xfrm>
            <a:off x="5867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219" name="Rectangle 258"/>
          <p:cNvSpPr>
            <a:spLocks noChangeArrowheads="1"/>
          </p:cNvSpPr>
          <p:nvPr/>
        </p:nvSpPr>
        <p:spPr bwMode="auto">
          <a:xfrm>
            <a:off x="6096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cxnSp>
        <p:nvCxnSpPr>
          <p:cNvPr id="41220" name="Straight Arrow Connector 266"/>
          <p:cNvCxnSpPr>
            <a:cxnSpLocks noChangeShapeType="1"/>
          </p:cNvCxnSpPr>
          <p:nvPr/>
        </p:nvCxnSpPr>
        <p:spPr bwMode="auto">
          <a:xfrm>
            <a:off x="4381500" y="4224338"/>
            <a:ext cx="228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221" name="Straight Arrow Connector 268"/>
          <p:cNvCxnSpPr>
            <a:cxnSpLocks noChangeShapeType="1"/>
          </p:cNvCxnSpPr>
          <p:nvPr/>
        </p:nvCxnSpPr>
        <p:spPr bwMode="auto">
          <a:xfrm flipV="1">
            <a:off x="4381500" y="3995738"/>
            <a:ext cx="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222" name="Straight Arrow Connector 270"/>
          <p:cNvCxnSpPr>
            <a:cxnSpLocks noChangeShapeType="1"/>
          </p:cNvCxnSpPr>
          <p:nvPr/>
        </p:nvCxnSpPr>
        <p:spPr bwMode="auto">
          <a:xfrm flipH="1">
            <a:off x="4152900" y="4224338"/>
            <a:ext cx="228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223" name="Straight Arrow Connector 272"/>
          <p:cNvCxnSpPr>
            <a:cxnSpLocks noChangeShapeType="1"/>
          </p:cNvCxnSpPr>
          <p:nvPr/>
        </p:nvCxnSpPr>
        <p:spPr bwMode="auto">
          <a:xfrm>
            <a:off x="4381500" y="4224338"/>
            <a:ext cx="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7227146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Flood Fill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Then repeat it until you have no more pixel to look at.</a:t>
            </a:r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2667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2895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0" name="Rectangle 5"/>
          <p:cNvSpPr>
            <a:spLocks noChangeArrowheads="1"/>
          </p:cNvSpPr>
          <p:nvPr/>
        </p:nvSpPr>
        <p:spPr bwMode="auto">
          <a:xfrm>
            <a:off x="3124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1" name="Rectangle 6"/>
          <p:cNvSpPr>
            <a:spLocks noChangeArrowheads="1"/>
          </p:cNvSpPr>
          <p:nvPr/>
        </p:nvSpPr>
        <p:spPr bwMode="auto">
          <a:xfrm>
            <a:off x="3352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2" name="Rectangle 7"/>
          <p:cNvSpPr>
            <a:spLocks noChangeArrowheads="1"/>
          </p:cNvSpPr>
          <p:nvPr/>
        </p:nvSpPr>
        <p:spPr bwMode="auto">
          <a:xfrm>
            <a:off x="3581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3" name="Rectangle 8"/>
          <p:cNvSpPr>
            <a:spLocks noChangeArrowheads="1"/>
          </p:cNvSpPr>
          <p:nvPr/>
        </p:nvSpPr>
        <p:spPr bwMode="auto">
          <a:xfrm>
            <a:off x="3810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4" name="Rectangle 9"/>
          <p:cNvSpPr>
            <a:spLocks noChangeArrowheads="1"/>
          </p:cNvSpPr>
          <p:nvPr/>
        </p:nvSpPr>
        <p:spPr bwMode="auto">
          <a:xfrm>
            <a:off x="4038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5" name="Rectangle 10"/>
          <p:cNvSpPr>
            <a:spLocks noChangeArrowheads="1"/>
          </p:cNvSpPr>
          <p:nvPr/>
        </p:nvSpPr>
        <p:spPr bwMode="auto">
          <a:xfrm>
            <a:off x="4267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6" name="Rectangle 11"/>
          <p:cNvSpPr>
            <a:spLocks noChangeArrowheads="1"/>
          </p:cNvSpPr>
          <p:nvPr/>
        </p:nvSpPr>
        <p:spPr bwMode="auto">
          <a:xfrm>
            <a:off x="4495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7" name="Rectangle 12"/>
          <p:cNvSpPr>
            <a:spLocks noChangeArrowheads="1"/>
          </p:cNvSpPr>
          <p:nvPr/>
        </p:nvSpPr>
        <p:spPr bwMode="auto">
          <a:xfrm>
            <a:off x="4724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8" name="Rectangle 13"/>
          <p:cNvSpPr>
            <a:spLocks noChangeArrowheads="1"/>
          </p:cNvSpPr>
          <p:nvPr/>
        </p:nvSpPr>
        <p:spPr bwMode="auto">
          <a:xfrm>
            <a:off x="4953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1999" name="Rectangle 14"/>
          <p:cNvSpPr>
            <a:spLocks noChangeArrowheads="1"/>
          </p:cNvSpPr>
          <p:nvPr/>
        </p:nvSpPr>
        <p:spPr bwMode="auto">
          <a:xfrm>
            <a:off x="51816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0" name="Rectangle 15"/>
          <p:cNvSpPr>
            <a:spLocks noChangeArrowheads="1"/>
          </p:cNvSpPr>
          <p:nvPr/>
        </p:nvSpPr>
        <p:spPr bwMode="auto">
          <a:xfrm>
            <a:off x="54102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1" name="Rectangle 16"/>
          <p:cNvSpPr>
            <a:spLocks noChangeArrowheads="1"/>
          </p:cNvSpPr>
          <p:nvPr/>
        </p:nvSpPr>
        <p:spPr bwMode="auto">
          <a:xfrm>
            <a:off x="56388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2" name="Rectangle 17"/>
          <p:cNvSpPr>
            <a:spLocks noChangeArrowheads="1"/>
          </p:cNvSpPr>
          <p:nvPr/>
        </p:nvSpPr>
        <p:spPr bwMode="auto">
          <a:xfrm>
            <a:off x="58674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3" name="Rectangle 18"/>
          <p:cNvSpPr>
            <a:spLocks noChangeArrowheads="1"/>
          </p:cNvSpPr>
          <p:nvPr/>
        </p:nvSpPr>
        <p:spPr bwMode="auto">
          <a:xfrm>
            <a:off x="6096000" y="2286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4" name="Rectangle 19"/>
          <p:cNvSpPr>
            <a:spLocks noChangeArrowheads="1"/>
          </p:cNvSpPr>
          <p:nvPr/>
        </p:nvSpPr>
        <p:spPr bwMode="auto">
          <a:xfrm>
            <a:off x="2667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5" name="Rectangle 20"/>
          <p:cNvSpPr>
            <a:spLocks noChangeArrowheads="1"/>
          </p:cNvSpPr>
          <p:nvPr/>
        </p:nvSpPr>
        <p:spPr bwMode="auto">
          <a:xfrm>
            <a:off x="2895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6" name="Rectangle 21"/>
          <p:cNvSpPr>
            <a:spLocks noChangeArrowheads="1"/>
          </p:cNvSpPr>
          <p:nvPr/>
        </p:nvSpPr>
        <p:spPr bwMode="auto">
          <a:xfrm>
            <a:off x="3124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7" name="Rectangle 22"/>
          <p:cNvSpPr>
            <a:spLocks noChangeArrowheads="1"/>
          </p:cNvSpPr>
          <p:nvPr/>
        </p:nvSpPr>
        <p:spPr bwMode="auto">
          <a:xfrm>
            <a:off x="3352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8" name="Rectangle 23"/>
          <p:cNvSpPr>
            <a:spLocks noChangeArrowheads="1"/>
          </p:cNvSpPr>
          <p:nvPr/>
        </p:nvSpPr>
        <p:spPr bwMode="auto">
          <a:xfrm>
            <a:off x="3581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09" name="Rectangle 24"/>
          <p:cNvSpPr>
            <a:spLocks noChangeArrowheads="1"/>
          </p:cNvSpPr>
          <p:nvPr/>
        </p:nvSpPr>
        <p:spPr bwMode="auto">
          <a:xfrm>
            <a:off x="3810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0" name="Rectangle 25"/>
          <p:cNvSpPr>
            <a:spLocks noChangeArrowheads="1"/>
          </p:cNvSpPr>
          <p:nvPr/>
        </p:nvSpPr>
        <p:spPr bwMode="auto">
          <a:xfrm>
            <a:off x="4038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1" name="Rectangle 26"/>
          <p:cNvSpPr>
            <a:spLocks noChangeArrowheads="1"/>
          </p:cNvSpPr>
          <p:nvPr/>
        </p:nvSpPr>
        <p:spPr bwMode="auto">
          <a:xfrm>
            <a:off x="4267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2" name="Rectangle 27"/>
          <p:cNvSpPr>
            <a:spLocks noChangeArrowheads="1"/>
          </p:cNvSpPr>
          <p:nvPr/>
        </p:nvSpPr>
        <p:spPr bwMode="auto">
          <a:xfrm>
            <a:off x="4495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3" name="Rectangle 28"/>
          <p:cNvSpPr>
            <a:spLocks noChangeArrowheads="1"/>
          </p:cNvSpPr>
          <p:nvPr/>
        </p:nvSpPr>
        <p:spPr bwMode="auto">
          <a:xfrm>
            <a:off x="4724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4" name="Rectangle 29"/>
          <p:cNvSpPr>
            <a:spLocks noChangeArrowheads="1"/>
          </p:cNvSpPr>
          <p:nvPr/>
        </p:nvSpPr>
        <p:spPr bwMode="auto">
          <a:xfrm>
            <a:off x="4953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5" name="Rectangle 30"/>
          <p:cNvSpPr>
            <a:spLocks noChangeArrowheads="1"/>
          </p:cNvSpPr>
          <p:nvPr/>
        </p:nvSpPr>
        <p:spPr bwMode="auto">
          <a:xfrm>
            <a:off x="51816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6" name="Rectangle 31"/>
          <p:cNvSpPr>
            <a:spLocks noChangeArrowheads="1"/>
          </p:cNvSpPr>
          <p:nvPr/>
        </p:nvSpPr>
        <p:spPr bwMode="auto">
          <a:xfrm>
            <a:off x="54102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7" name="Rectangle 32"/>
          <p:cNvSpPr>
            <a:spLocks noChangeArrowheads="1"/>
          </p:cNvSpPr>
          <p:nvPr/>
        </p:nvSpPr>
        <p:spPr bwMode="auto">
          <a:xfrm>
            <a:off x="56388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8" name="Rectangle 33"/>
          <p:cNvSpPr>
            <a:spLocks noChangeArrowheads="1"/>
          </p:cNvSpPr>
          <p:nvPr/>
        </p:nvSpPr>
        <p:spPr bwMode="auto">
          <a:xfrm>
            <a:off x="58674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19" name="Rectangle 34"/>
          <p:cNvSpPr>
            <a:spLocks noChangeArrowheads="1"/>
          </p:cNvSpPr>
          <p:nvPr/>
        </p:nvSpPr>
        <p:spPr bwMode="auto">
          <a:xfrm>
            <a:off x="6096000" y="2514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0" name="Rectangle 35"/>
          <p:cNvSpPr>
            <a:spLocks noChangeArrowheads="1"/>
          </p:cNvSpPr>
          <p:nvPr/>
        </p:nvSpPr>
        <p:spPr bwMode="auto">
          <a:xfrm>
            <a:off x="2667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1" name="Rectangle 36"/>
          <p:cNvSpPr>
            <a:spLocks noChangeArrowheads="1"/>
          </p:cNvSpPr>
          <p:nvPr/>
        </p:nvSpPr>
        <p:spPr bwMode="auto">
          <a:xfrm>
            <a:off x="2895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2" name="Rectangle 37"/>
          <p:cNvSpPr>
            <a:spLocks noChangeArrowheads="1"/>
          </p:cNvSpPr>
          <p:nvPr/>
        </p:nvSpPr>
        <p:spPr bwMode="auto">
          <a:xfrm>
            <a:off x="3124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3" name="Rectangle 38"/>
          <p:cNvSpPr>
            <a:spLocks noChangeArrowheads="1"/>
          </p:cNvSpPr>
          <p:nvPr/>
        </p:nvSpPr>
        <p:spPr bwMode="auto">
          <a:xfrm>
            <a:off x="3352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4" name="Rectangle 39"/>
          <p:cNvSpPr>
            <a:spLocks noChangeArrowheads="1"/>
          </p:cNvSpPr>
          <p:nvPr/>
        </p:nvSpPr>
        <p:spPr bwMode="auto">
          <a:xfrm>
            <a:off x="3581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5" name="Rectangle 40"/>
          <p:cNvSpPr>
            <a:spLocks noChangeArrowheads="1"/>
          </p:cNvSpPr>
          <p:nvPr/>
        </p:nvSpPr>
        <p:spPr bwMode="auto">
          <a:xfrm>
            <a:off x="3810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6" name="Rectangle 41"/>
          <p:cNvSpPr>
            <a:spLocks noChangeArrowheads="1"/>
          </p:cNvSpPr>
          <p:nvPr/>
        </p:nvSpPr>
        <p:spPr bwMode="auto">
          <a:xfrm>
            <a:off x="4038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7" name="Rectangle 42"/>
          <p:cNvSpPr>
            <a:spLocks noChangeArrowheads="1"/>
          </p:cNvSpPr>
          <p:nvPr/>
        </p:nvSpPr>
        <p:spPr bwMode="auto">
          <a:xfrm>
            <a:off x="4267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8" name="Rectangle 43"/>
          <p:cNvSpPr>
            <a:spLocks noChangeArrowheads="1"/>
          </p:cNvSpPr>
          <p:nvPr/>
        </p:nvSpPr>
        <p:spPr bwMode="auto">
          <a:xfrm>
            <a:off x="4495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29" name="Rectangle 44"/>
          <p:cNvSpPr>
            <a:spLocks noChangeArrowheads="1"/>
          </p:cNvSpPr>
          <p:nvPr/>
        </p:nvSpPr>
        <p:spPr bwMode="auto">
          <a:xfrm>
            <a:off x="4724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0" name="Rectangle 45"/>
          <p:cNvSpPr>
            <a:spLocks noChangeArrowheads="1"/>
          </p:cNvSpPr>
          <p:nvPr/>
        </p:nvSpPr>
        <p:spPr bwMode="auto">
          <a:xfrm>
            <a:off x="4953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1" name="Rectangle 46"/>
          <p:cNvSpPr>
            <a:spLocks noChangeArrowheads="1"/>
          </p:cNvSpPr>
          <p:nvPr/>
        </p:nvSpPr>
        <p:spPr bwMode="auto">
          <a:xfrm>
            <a:off x="51816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2" name="Rectangle 47"/>
          <p:cNvSpPr>
            <a:spLocks noChangeArrowheads="1"/>
          </p:cNvSpPr>
          <p:nvPr/>
        </p:nvSpPr>
        <p:spPr bwMode="auto">
          <a:xfrm>
            <a:off x="54102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3" name="Rectangle 48"/>
          <p:cNvSpPr>
            <a:spLocks noChangeArrowheads="1"/>
          </p:cNvSpPr>
          <p:nvPr/>
        </p:nvSpPr>
        <p:spPr bwMode="auto">
          <a:xfrm>
            <a:off x="56388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4" name="Rectangle 49"/>
          <p:cNvSpPr>
            <a:spLocks noChangeArrowheads="1"/>
          </p:cNvSpPr>
          <p:nvPr/>
        </p:nvSpPr>
        <p:spPr bwMode="auto">
          <a:xfrm>
            <a:off x="58674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5" name="Rectangle 50"/>
          <p:cNvSpPr>
            <a:spLocks noChangeArrowheads="1"/>
          </p:cNvSpPr>
          <p:nvPr/>
        </p:nvSpPr>
        <p:spPr bwMode="auto">
          <a:xfrm>
            <a:off x="6096000" y="2743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6" name="Rectangle 51"/>
          <p:cNvSpPr>
            <a:spLocks noChangeArrowheads="1"/>
          </p:cNvSpPr>
          <p:nvPr/>
        </p:nvSpPr>
        <p:spPr bwMode="auto">
          <a:xfrm>
            <a:off x="2667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7" name="Rectangle 52"/>
          <p:cNvSpPr>
            <a:spLocks noChangeArrowheads="1"/>
          </p:cNvSpPr>
          <p:nvPr/>
        </p:nvSpPr>
        <p:spPr bwMode="auto">
          <a:xfrm>
            <a:off x="2895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8" name="Rectangle 53"/>
          <p:cNvSpPr>
            <a:spLocks noChangeArrowheads="1"/>
          </p:cNvSpPr>
          <p:nvPr/>
        </p:nvSpPr>
        <p:spPr bwMode="auto">
          <a:xfrm>
            <a:off x="3124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39" name="Rectangle 54"/>
          <p:cNvSpPr>
            <a:spLocks noChangeArrowheads="1"/>
          </p:cNvSpPr>
          <p:nvPr/>
        </p:nvSpPr>
        <p:spPr bwMode="auto">
          <a:xfrm>
            <a:off x="3352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0" name="Rectangle 55"/>
          <p:cNvSpPr>
            <a:spLocks noChangeArrowheads="1"/>
          </p:cNvSpPr>
          <p:nvPr/>
        </p:nvSpPr>
        <p:spPr bwMode="auto">
          <a:xfrm>
            <a:off x="3581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1" name="Rectangle 56"/>
          <p:cNvSpPr>
            <a:spLocks noChangeArrowheads="1"/>
          </p:cNvSpPr>
          <p:nvPr/>
        </p:nvSpPr>
        <p:spPr bwMode="auto">
          <a:xfrm>
            <a:off x="3810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2" name="Rectangle 57"/>
          <p:cNvSpPr>
            <a:spLocks noChangeArrowheads="1"/>
          </p:cNvSpPr>
          <p:nvPr/>
        </p:nvSpPr>
        <p:spPr bwMode="auto">
          <a:xfrm>
            <a:off x="4038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3" name="Rectangle 58"/>
          <p:cNvSpPr>
            <a:spLocks noChangeArrowheads="1"/>
          </p:cNvSpPr>
          <p:nvPr/>
        </p:nvSpPr>
        <p:spPr bwMode="auto">
          <a:xfrm>
            <a:off x="4267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4" name="Rectangle 59"/>
          <p:cNvSpPr>
            <a:spLocks noChangeArrowheads="1"/>
          </p:cNvSpPr>
          <p:nvPr/>
        </p:nvSpPr>
        <p:spPr bwMode="auto">
          <a:xfrm>
            <a:off x="4495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5" name="Rectangle 60"/>
          <p:cNvSpPr>
            <a:spLocks noChangeArrowheads="1"/>
          </p:cNvSpPr>
          <p:nvPr/>
        </p:nvSpPr>
        <p:spPr bwMode="auto">
          <a:xfrm>
            <a:off x="4724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6" name="Rectangle 61"/>
          <p:cNvSpPr>
            <a:spLocks noChangeArrowheads="1"/>
          </p:cNvSpPr>
          <p:nvPr/>
        </p:nvSpPr>
        <p:spPr bwMode="auto">
          <a:xfrm>
            <a:off x="4953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7" name="Rectangle 62"/>
          <p:cNvSpPr>
            <a:spLocks noChangeArrowheads="1"/>
          </p:cNvSpPr>
          <p:nvPr/>
        </p:nvSpPr>
        <p:spPr bwMode="auto">
          <a:xfrm>
            <a:off x="51816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8" name="Rectangle 63"/>
          <p:cNvSpPr>
            <a:spLocks noChangeArrowheads="1"/>
          </p:cNvSpPr>
          <p:nvPr/>
        </p:nvSpPr>
        <p:spPr bwMode="auto">
          <a:xfrm>
            <a:off x="54102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49" name="Rectangle 64"/>
          <p:cNvSpPr>
            <a:spLocks noChangeArrowheads="1"/>
          </p:cNvSpPr>
          <p:nvPr/>
        </p:nvSpPr>
        <p:spPr bwMode="auto">
          <a:xfrm>
            <a:off x="56388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0" name="Rectangle 65"/>
          <p:cNvSpPr>
            <a:spLocks noChangeArrowheads="1"/>
          </p:cNvSpPr>
          <p:nvPr/>
        </p:nvSpPr>
        <p:spPr bwMode="auto">
          <a:xfrm>
            <a:off x="58674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1" name="Rectangle 66"/>
          <p:cNvSpPr>
            <a:spLocks noChangeArrowheads="1"/>
          </p:cNvSpPr>
          <p:nvPr/>
        </p:nvSpPr>
        <p:spPr bwMode="auto">
          <a:xfrm>
            <a:off x="6096000" y="2971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2" name="Rectangle 67"/>
          <p:cNvSpPr>
            <a:spLocks noChangeArrowheads="1"/>
          </p:cNvSpPr>
          <p:nvPr/>
        </p:nvSpPr>
        <p:spPr bwMode="auto">
          <a:xfrm>
            <a:off x="2667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3" name="Rectangle 68"/>
          <p:cNvSpPr>
            <a:spLocks noChangeArrowheads="1"/>
          </p:cNvSpPr>
          <p:nvPr/>
        </p:nvSpPr>
        <p:spPr bwMode="auto">
          <a:xfrm>
            <a:off x="2895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4" name="Rectangle 69"/>
          <p:cNvSpPr>
            <a:spLocks noChangeArrowheads="1"/>
          </p:cNvSpPr>
          <p:nvPr/>
        </p:nvSpPr>
        <p:spPr bwMode="auto">
          <a:xfrm>
            <a:off x="3124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5" name="Rectangle 70"/>
          <p:cNvSpPr>
            <a:spLocks noChangeArrowheads="1"/>
          </p:cNvSpPr>
          <p:nvPr/>
        </p:nvSpPr>
        <p:spPr bwMode="auto">
          <a:xfrm>
            <a:off x="3352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6" name="Rectangle 71"/>
          <p:cNvSpPr>
            <a:spLocks noChangeArrowheads="1"/>
          </p:cNvSpPr>
          <p:nvPr/>
        </p:nvSpPr>
        <p:spPr bwMode="auto">
          <a:xfrm>
            <a:off x="3581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7" name="Rectangle 72"/>
          <p:cNvSpPr>
            <a:spLocks noChangeArrowheads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8" name="Rectangle 73"/>
          <p:cNvSpPr>
            <a:spLocks noChangeArrowheads="1"/>
          </p:cNvSpPr>
          <p:nvPr/>
        </p:nvSpPr>
        <p:spPr bwMode="auto">
          <a:xfrm>
            <a:off x="4038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59" name="Rectangle 74"/>
          <p:cNvSpPr>
            <a:spLocks noChangeArrowheads="1"/>
          </p:cNvSpPr>
          <p:nvPr/>
        </p:nvSpPr>
        <p:spPr bwMode="auto">
          <a:xfrm>
            <a:off x="4267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0" name="Rectangle 75"/>
          <p:cNvSpPr>
            <a:spLocks noChangeArrowheads="1"/>
          </p:cNvSpPr>
          <p:nvPr/>
        </p:nvSpPr>
        <p:spPr bwMode="auto">
          <a:xfrm>
            <a:off x="44958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1" name="Rectangle 76"/>
          <p:cNvSpPr>
            <a:spLocks noChangeArrowheads="1"/>
          </p:cNvSpPr>
          <p:nvPr/>
        </p:nvSpPr>
        <p:spPr bwMode="auto">
          <a:xfrm>
            <a:off x="4724400" y="3200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2" name="Rectangle 77"/>
          <p:cNvSpPr>
            <a:spLocks noChangeArrowheads="1"/>
          </p:cNvSpPr>
          <p:nvPr/>
        </p:nvSpPr>
        <p:spPr bwMode="auto">
          <a:xfrm>
            <a:off x="4953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3" name="Rectangle 78"/>
          <p:cNvSpPr>
            <a:spLocks noChangeArrowheads="1"/>
          </p:cNvSpPr>
          <p:nvPr/>
        </p:nvSpPr>
        <p:spPr bwMode="auto">
          <a:xfrm>
            <a:off x="51816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4" name="Rectangle 79"/>
          <p:cNvSpPr>
            <a:spLocks noChangeArrowheads="1"/>
          </p:cNvSpPr>
          <p:nvPr/>
        </p:nvSpPr>
        <p:spPr bwMode="auto">
          <a:xfrm>
            <a:off x="54102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5" name="Rectangle 80"/>
          <p:cNvSpPr>
            <a:spLocks noChangeArrowheads="1"/>
          </p:cNvSpPr>
          <p:nvPr/>
        </p:nvSpPr>
        <p:spPr bwMode="auto">
          <a:xfrm>
            <a:off x="56388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6" name="Rectangle 81"/>
          <p:cNvSpPr>
            <a:spLocks noChangeArrowheads="1"/>
          </p:cNvSpPr>
          <p:nvPr/>
        </p:nvSpPr>
        <p:spPr bwMode="auto">
          <a:xfrm>
            <a:off x="58674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7" name="Rectangle 82"/>
          <p:cNvSpPr>
            <a:spLocks noChangeArrowheads="1"/>
          </p:cNvSpPr>
          <p:nvPr/>
        </p:nvSpPr>
        <p:spPr bwMode="auto">
          <a:xfrm>
            <a:off x="6096000" y="3200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8" name="Rectangle 83"/>
          <p:cNvSpPr>
            <a:spLocks noChangeArrowheads="1"/>
          </p:cNvSpPr>
          <p:nvPr/>
        </p:nvSpPr>
        <p:spPr bwMode="auto">
          <a:xfrm>
            <a:off x="2667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69" name="Rectangle 84"/>
          <p:cNvSpPr>
            <a:spLocks noChangeArrowheads="1"/>
          </p:cNvSpPr>
          <p:nvPr/>
        </p:nvSpPr>
        <p:spPr bwMode="auto">
          <a:xfrm>
            <a:off x="2895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0" name="Rectangle 85"/>
          <p:cNvSpPr>
            <a:spLocks noChangeArrowheads="1"/>
          </p:cNvSpPr>
          <p:nvPr/>
        </p:nvSpPr>
        <p:spPr bwMode="auto">
          <a:xfrm>
            <a:off x="3124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1" name="Rectangle 86"/>
          <p:cNvSpPr>
            <a:spLocks noChangeArrowheads="1"/>
          </p:cNvSpPr>
          <p:nvPr/>
        </p:nvSpPr>
        <p:spPr bwMode="auto">
          <a:xfrm>
            <a:off x="3352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2" name="Rectangle 87"/>
          <p:cNvSpPr>
            <a:spLocks noChangeArrowheads="1"/>
          </p:cNvSpPr>
          <p:nvPr/>
        </p:nvSpPr>
        <p:spPr bwMode="auto">
          <a:xfrm>
            <a:off x="3581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3" name="Rectangle 88"/>
          <p:cNvSpPr>
            <a:spLocks noChangeArrowheads="1"/>
          </p:cNvSpPr>
          <p:nvPr/>
        </p:nvSpPr>
        <p:spPr bwMode="auto">
          <a:xfrm>
            <a:off x="3810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4" name="Rectangle 89"/>
          <p:cNvSpPr>
            <a:spLocks noChangeArrowheads="1"/>
          </p:cNvSpPr>
          <p:nvPr/>
        </p:nvSpPr>
        <p:spPr bwMode="auto">
          <a:xfrm>
            <a:off x="40386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5" name="Rectangle 90"/>
          <p:cNvSpPr>
            <a:spLocks noChangeArrowheads="1"/>
          </p:cNvSpPr>
          <p:nvPr/>
        </p:nvSpPr>
        <p:spPr bwMode="auto">
          <a:xfrm>
            <a:off x="42672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6" name="Rectangle 91"/>
          <p:cNvSpPr>
            <a:spLocks noChangeArrowheads="1"/>
          </p:cNvSpPr>
          <p:nvPr/>
        </p:nvSpPr>
        <p:spPr bwMode="auto">
          <a:xfrm>
            <a:off x="4495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7" name="Rectangle 92"/>
          <p:cNvSpPr>
            <a:spLocks noChangeArrowheads="1"/>
          </p:cNvSpPr>
          <p:nvPr/>
        </p:nvSpPr>
        <p:spPr bwMode="auto">
          <a:xfrm>
            <a:off x="4724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8" name="Rectangle 93"/>
          <p:cNvSpPr>
            <a:spLocks noChangeArrowheads="1"/>
          </p:cNvSpPr>
          <p:nvPr/>
        </p:nvSpPr>
        <p:spPr bwMode="auto">
          <a:xfrm>
            <a:off x="4953000" y="3429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79" name="Rectangle 94"/>
          <p:cNvSpPr>
            <a:spLocks noChangeArrowheads="1"/>
          </p:cNvSpPr>
          <p:nvPr/>
        </p:nvSpPr>
        <p:spPr bwMode="auto">
          <a:xfrm>
            <a:off x="51816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0" name="Rectangle 95"/>
          <p:cNvSpPr>
            <a:spLocks noChangeArrowheads="1"/>
          </p:cNvSpPr>
          <p:nvPr/>
        </p:nvSpPr>
        <p:spPr bwMode="auto">
          <a:xfrm>
            <a:off x="54102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1" name="Rectangle 96"/>
          <p:cNvSpPr>
            <a:spLocks noChangeArrowheads="1"/>
          </p:cNvSpPr>
          <p:nvPr/>
        </p:nvSpPr>
        <p:spPr bwMode="auto">
          <a:xfrm>
            <a:off x="56388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2" name="Rectangle 97"/>
          <p:cNvSpPr>
            <a:spLocks noChangeArrowheads="1"/>
          </p:cNvSpPr>
          <p:nvPr/>
        </p:nvSpPr>
        <p:spPr bwMode="auto">
          <a:xfrm>
            <a:off x="58674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3" name="Rectangle 98"/>
          <p:cNvSpPr>
            <a:spLocks noChangeArrowheads="1"/>
          </p:cNvSpPr>
          <p:nvPr/>
        </p:nvSpPr>
        <p:spPr bwMode="auto">
          <a:xfrm>
            <a:off x="6096000" y="3429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4" name="Rectangle 99"/>
          <p:cNvSpPr>
            <a:spLocks noChangeArrowheads="1"/>
          </p:cNvSpPr>
          <p:nvPr/>
        </p:nvSpPr>
        <p:spPr bwMode="auto">
          <a:xfrm>
            <a:off x="2667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5" name="Rectangle 100"/>
          <p:cNvSpPr>
            <a:spLocks noChangeArrowheads="1"/>
          </p:cNvSpPr>
          <p:nvPr/>
        </p:nvSpPr>
        <p:spPr bwMode="auto">
          <a:xfrm>
            <a:off x="28956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6" name="Rectangle 101"/>
          <p:cNvSpPr>
            <a:spLocks noChangeArrowheads="1"/>
          </p:cNvSpPr>
          <p:nvPr/>
        </p:nvSpPr>
        <p:spPr bwMode="auto">
          <a:xfrm>
            <a:off x="3124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7" name="Rectangle 102"/>
          <p:cNvSpPr>
            <a:spLocks noChangeArrowheads="1"/>
          </p:cNvSpPr>
          <p:nvPr/>
        </p:nvSpPr>
        <p:spPr bwMode="auto">
          <a:xfrm>
            <a:off x="3352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8" name="Rectangle 103"/>
          <p:cNvSpPr>
            <a:spLocks noChangeArrowheads="1"/>
          </p:cNvSpPr>
          <p:nvPr/>
        </p:nvSpPr>
        <p:spPr bwMode="auto">
          <a:xfrm>
            <a:off x="3581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89" name="Rectangle 104"/>
          <p:cNvSpPr>
            <a:spLocks noChangeArrowheads="1"/>
          </p:cNvSpPr>
          <p:nvPr/>
        </p:nvSpPr>
        <p:spPr bwMode="auto">
          <a:xfrm>
            <a:off x="38100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0" name="Rectangle 105"/>
          <p:cNvSpPr>
            <a:spLocks noChangeArrowheads="1"/>
          </p:cNvSpPr>
          <p:nvPr/>
        </p:nvSpPr>
        <p:spPr bwMode="auto">
          <a:xfrm>
            <a:off x="40386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1" name="Rectangle 106"/>
          <p:cNvSpPr>
            <a:spLocks noChangeArrowheads="1"/>
          </p:cNvSpPr>
          <p:nvPr/>
        </p:nvSpPr>
        <p:spPr bwMode="auto">
          <a:xfrm>
            <a:off x="4267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2" name="Rectangle 107"/>
          <p:cNvSpPr>
            <a:spLocks noChangeArrowheads="1"/>
          </p:cNvSpPr>
          <p:nvPr/>
        </p:nvSpPr>
        <p:spPr bwMode="auto">
          <a:xfrm>
            <a:off x="4495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3" name="Rectangle 108"/>
          <p:cNvSpPr>
            <a:spLocks noChangeArrowheads="1"/>
          </p:cNvSpPr>
          <p:nvPr/>
        </p:nvSpPr>
        <p:spPr bwMode="auto">
          <a:xfrm>
            <a:off x="4724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4" name="Rectangle 109"/>
          <p:cNvSpPr>
            <a:spLocks noChangeArrowheads="1"/>
          </p:cNvSpPr>
          <p:nvPr/>
        </p:nvSpPr>
        <p:spPr bwMode="auto">
          <a:xfrm>
            <a:off x="4953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5" name="Rectangle 110"/>
          <p:cNvSpPr>
            <a:spLocks noChangeArrowheads="1"/>
          </p:cNvSpPr>
          <p:nvPr/>
        </p:nvSpPr>
        <p:spPr bwMode="auto">
          <a:xfrm>
            <a:off x="5181600" y="3657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6" name="Rectangle 111"/>
          <p:cNvSpPr>
            <a:spLocks noChangeArrowheads="1"/>
          </p:cNvSpPr>
          <p:nvPr/>
        </p:nvSpPr>
        <p:spPr bwMode="auto">
          <a:xfrm>
            <a:off x="54102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7" name="Rectangle 112"/>
          <p:cNvSpPr>
            <a:spLocks noChangeArrowheads="1"/>
          </p:cNvSpPr>
          <p:nvPr/>
        </p:nvSpPr>
        <p:spPr bwMode="auto">
          <a:xfrm>
            <a:off x="56388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8" name="Rectangle 113"/>
          <p:cNvSpPr>
            <a:spLocks noChangeArrowheads="1"/>
          </p:cNvSpPr>
          <p:nvPr/>
        </p:nvSpPr>
        <p:spPr bwMode="auto">
          <a:xfrm>
            <a:off x="58674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099" name="Rectangle 114"/>
          <p:cNvSpPr>
            <a:spLocks noChangeArrowheads="1"/>
          </p:cNvSpPr>
          <p:nvPr/>
        </p:nvSpPr>
        <p:spPr bwMode="auto">
          <a:xfrm>
            <a:off x="6096000" y="3657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0" name="Rectangle 115"/>
          <p:cNvSpPr>
            <a:spLocks noChangeArrowheads="1"/>
          </p:cNvSpPr>
          <p:nvPr/>
        </p:nvSpPr>
        <p:spPr bwMode="auto">
          <a:xfrm>
            <a:off x="2667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1" name="Rectangle 116"/>
          <p:cNvSpPr>
            <a:spLocks noChangeArrowheads="1"/>
          </p:cNvSpPr>
          <p:nvPr/>
        </p:nvSpPr>
        <p:spPr bwMode="auto">
          <a:xfrm>
            <a:off x="28956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2" name="Rectangle 117"/>
          <p:cNvSpPr>
            <a:spLocks noChangeArrowheads="1"/>
          </p:cNvSpPr>
          <p:nvPr/>
        </p:nvSpPr>
        <p:spPr bwMode="auto">
          <a:xfrm>
            <a:off x="3124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3" name="Rectangle 118"/>
          <p:cNvSpPr>
            <a:spLocks noChangeArrowheads="1"/>
          </p:cNvSpPr>
          <p:nvPr/>
        </p:nvSpPr>
        <p:spPr bwMode="auto">
          <a:xfrm>
            <a:off x="3352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4" name="Rectangle 119"/>
          <p:cNvSpPr>
            <a:spLocks noChangeArrowheads="1"/>
          </p:cNvSpPr>
          <p:nvPr/>
        </p:nvSpPr>
        <p:spPr bwMode="auto">
          <a:xfrm>
            <a:off x="3581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5" name="Rectangle 120"/>
          <p:cNvSpPr>
            <a:spLocks noChangeArrowheads="1"/>
          </p:cNvSpPr>
          <p:nvPr/>
        </p:nvSpPr>
        <p:spPr bwMode="auto">
          <a:xfrm>
            <a:off x="38100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6" name="Rectangle 121"/>
          <p:cNvSpPr>
            <a:spLocks noChangeArrowheads="1"/>
          </p:cNvSpPr>
          <p:nvPr/>
        </p:nvSpPr>
        <p:spPr bwMode="auto">
          <a:xfrm>
            <a:off x="40386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7" name="Rectangle 122"/>
          <p:cNvSpPr>
            <a:spLocks noChangeArrowheads="1"/>
          </p:cNvSpPr>
          <p:nvPr/>
        </p:nvSpPr>
        <p:spPr bwMode="auto">
          <a:xfrm>
            <a:off x="4267200" y="38862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8" name="Rectangle 123"/>
          <p:cNvSpPr>
            <a:spLocks noChangeArrowheads="1"/>
          </p:cNvSpPr>
          <p:nvPr/>
        </p:nvSpPr>
        <p:spPr bwMode="auto">
          <a:xfrm>
            <a:off x="4495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09" name="Rectangle 124"/>
          <p:cNvSpPr>
            <a:spLocks noChangeArrowheads="1"/>
          </p:cNvSpPr>
          <p:nvPr/>
        </p:nvSpPr>
        <p:spPr bwMode="auto">
          <a:xfrm>
            <a:off x="4724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0" name="Rectangle 125"/>
          <p:cNvSpPr>
            <a:spLocks noChangeArrowheads="1"/>
          </p:cNvSpPr>
          <p:nvPr/>
        </p:nvSpPr>
        <p:spPr bwMode="auto">
          <a:xfrm>
            <a:off x="4953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1" name="Rectangle 126"/>
          <p:cNvSpPr>
            <a:spLocks noChangeArrowheads="1"/>
          </p:cNvSpPr>
          <p:nvPr/>
        </p:nvSpPr>
        <p:spPr bwMode="auto">
          <a:xfrm>
            <a:off x="5181600" y="3886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2" name="Rectangle 127"/>
          <p:cNvSpPr>
            <a:spLocks noChangeArrowheads="1"/>
          </p:cNvSpPr>
          <p:nvPr/>
        </p:nvSpPr>
        <p:spPr bwMode="auto">
          <a:xfrm>
            <a:off x="54102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3" name="Rectangle 128"/>
          <p:cNvSpPr>
            <a:spLocks noChangeArrowheads="1"/>
          </p:cNvSpPr>
          <p:nvPr/>
        </p:nvSpPr>
        <p:spPr bwMode="auto">
          <a:xfrm>
            <a:off x="56388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4" name="Rectangle 129"/>
          <p:cNvSpPr>
            <a:spLocks noChangeArrowheads="1"/>
          </p:cNvSpPr>
          <p:nvPr/>
        </p:nvSpPr>
        <p:spPr bwMode="auto">
          <a:xfrm>
            <a:off x="58674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5" name="Rectangle 130"/>
          <p:cNvSpPr>
            <a:spLocks noChangeArrowheads="1"/>
          </p:cNvSpPr>
          <p:nvPr/>
        </p:nvSpPr>
        <p:spPr bwMode="auto">
          <a:xfrm>
            <a:off x="6096000" y="3886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6" name="Rectangle 131"/>
          <p:cNvSpPr>
            <a:spLocks noChangeArrowheads="1"/>
          </p:cNvSpPr>
          <p:nvPr/>
        </p:nvSpPr>
        <p:spPr bwMode="auto">
          <a:xfrm>
            <a:off x="2667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7" name="Rectangle 132"/>
          <p:cNvSpPr>
            <a:spLocks noChangeArrowheads="1"/>
          </p:cNvSpPr>
          <p:nvPr/>
        </p:nvSpPr>
        <p:spPr bwMode="auto">
          <a:xfrm>
            <a:off x="28956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8" name="Rectangle 133"/>
          <p:cNvSpPr>
            <a:spLocks noChangeArrowheads="1"/>
          </p:cNvSpPr>
          <p:nvPr/>
        </p:nvSpPr>
        <p:spPr bwMode="auto">
          <a:xfrm>
            <a:off x="3124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19" name="Rectangle 134"/>
          <p:cNvSpPr>
            <a:spLocks noChangeArrowheads="1"/>
          </p:cNvSpPr>
          <p:nvPr/>
        </p:nvSpPr>
        <p:spPr bwMode="auto">
          <a:xfrm>
            <a:off x="3352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0" name="Rectangle 135"/>
          <p:cNvSpPr>
            <a:spLocks noChangeArrowheads="1"/>
          </p:cNvSpPr>
          <p:nvPr/>
        </p:nvSpPr>
        <p:spPr bwMode="auto">
          <a:xfrm>
            <a:off x="3581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1" name="Rectangle 136"/>
          <p:cNvSpPr>
            <a:spLocks noChangeArrowheads="1"/>
          </p:cNvSpPr>
          <p:nvPr/>
        </p:nvSpPr>
        <p:spPr bwMode="auto">
          <a:xfrm>
            <a:off x="38100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2" name="Rectangle 137"/>
          <p:cNvSpPr>
            <a:spLocks noChangeArrowheads="1"/>
          </p:cNvSpPr>
          <p:nvPr/>
        </p:nvSpPr>
        <p:spPr bwMode="auto">
          <a:xfrm>
            <a:off x="40386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3" name="Rectangle 138"/>
          <p:cNvSpPr>
            <a:spLocks noChangeArrowheads="1"/>
          </p:cNvSpPr>
          <p:nvPr/>
        </p:nvSpPr>
        <p:spPr bwMode="auto">
          <a:xfrm>
            <a:off x="42672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4" name="Rectangle 139"/>
          <p:cNvSpPr>
            <a:spLocks noChangeArrowheads="1"/>
          </p:cNvSpPr>
          <p:nvPr/>
        </p:nvSpPr>
        <p:spPr bwMode="auto">
          <a:xfrm>
            <a:off x="4495800" y="41148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5" name="Rectangle 140"/>
          <p:cNvSpPr>
            <a:spLocks noChangeArrowheads="1"/>
          </p:cNvSpPr>
          <p:nvPr/>
        </p:nvSpPr>
        <p:spPr bwMode="auto">
          <a:xfrm>
            <a:off x="4724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6" name="Rectangle 141"/>
          <p:cNvSpPr>
            <a:spLocks noChangeArrowheads="1"/>
          </p:cNvSpPr>
          <p:nvPr/>
        </p:nvSpPr>
        <p:spPr bwMode="auto">
          <a:xfrm>
            <a:off x="4953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7" name="Rectangle 142"/>
          <p:cNvSpPr>
            <a:spLocks noChangeArrowheads="1"/>
          </p:cNvSpPr>
          <p:nvPr/>
        </p:nvSpPr>
        <p:spPr bwMode="auto">
          <a:xfrm>
            <a:off x="5181600" y="41148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8" name="Rectangle 143"/>
          <p:cNvSpPr>
            <a:spLocks noChangeArrowheads="1"/>
          </p:cNvSpPr>
          <p:nvPr/>
        </p:nvSpPr>
        <p:spPr bwMode="auto">
          <a:xfrm>
            <a:off x="54102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29" name="Rectangle 144"/>
          <p:cNvSpPr>
            <a:spLocks noChangeArrowheads="1"/>
          </p:cNvSpPr>
          <p:nvPr/>
        </p:nvSpPr>
        <p:spPr bwMode="auto">
          <a:xfrm>
            <a:off x="56388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0" name="Rectangle 145"/>
          <p:cNvSpPr>
            <a:spLocks noChangeArrowheads="1"/>
          </p:cNvSpPr>
          <p:nvPr/>
        </p:nvSpPr>
        <p:spPr bwMode="auto">
          <a:xfrm>
            <a:off x="58674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1" name="Rectangle 146"/>
          <p:cNvSpPr>
            <a:spLocks noChangeArrowheads="1"/>
          </p:cNvSpPr>
          <p:nvPr/>
        </p:nvSpPr>
        <p:spPr bwMode="auto">
          <a:xfrm>
            <a:off x="6096000" y="4114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2" name="Rectangle 147"/>
          <p:cNvSpPr>
            <a:spLocks noChangeArrowheads="1"/>
          </p:cNvSpPr>
          <p:nvPr/>
        </p:nvSpPr>
        <p:spPr bwMode="auto">
          <a:xfrm>
            <a:off x="2667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3" name="Rectangle 148"/>
          <p:cNvSpPr>
            <a:spLocks noChangeArrowheads="1"/>
          </p:cNvSpPr>
          <p:nvPr/>
        </p:nvSpPr>
        <p:spPr bwMode="auto">
          <a:xfrm>
            <a:off x="2895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4" name="Rectangle 149"/>
          <p:cNvSpPr>
            <a:spLocks noChangeArrowheads="1"/>
          </p:cNvSpPr>
          <p:nvPr/>
        </p:nvSpPr>
        <p:spPr bwMode="auto">
          <a:xfrm>
            <a:off x="3124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5" name="Rectangle 150"/>
          <p:cNvSpPr>
            <a:spLocks noChangeArrowheads="1"/>
          </p:cNvSpPr>
          <p:nvPr/>
        </p:nvSpPr>
        <p:spPr bwMode="auto">
          <a:xfrm>
            <a:off x="3352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6" name="Rectangle 151"/>
          <p:cNvSpPr>
            <a:spLocks noChangeArrowheads="1"/>
          </p:cNvSpPr>
          <p:nvPr/>
        </p:nvSpPr>
        <p:spPr bwMode="auto">
          <a:xfrm>
            <a:off x="35814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7" name="Rectangle 152"/>
          <p:cNvSpPr>
            <a:spLocks noChangeArrowheads="1"/>
          </p:cNvSpPr>
          <p:nvPr/>
        </p:nvSpPr>
        <p:spPr bwMode="auto">
          <a:xfrm>
            <a:off x="3810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8" name="Rectangle 153"/>
          <p:cNvSpPr>
            <a:spLocks noChangeArrowheads="1"/>
          </p:cNvSpPr>
          <p:nvPr/>
        </p:nvSpPr>
        <p:spPr bwMode="auto">
          <a:xfrm>
            <a:off x="4038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39" name="Rectangle 154"/>
          <p:cNvSpPr>
            <a:spLocks noChangeArrowheads="1"/>
          </p:cNvSpPr>
          <p:nvPr/>
        </p:nvSpPr>
        <p:spPr bwMode="auto">
          <a:xfrm>
            <a:off x="4267200" y="4343400"/>
            <a:ext cx="228600" cy="2286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0" name="Rectangle 155"/>
          <p:cNvSpPr>
            <a:spLocks noChangeArrowheads="1"/>
          </p:cNvSpPr>
          <p:nvPr/>
        </p:nvSpPr>
        <p:spPr bwMode="auto">
          <a:xfrm>
            <a:off x="4495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1" name="Rectangle 156"/>
          <p:cNvSpPr>
            <a:spLocks noChangeArrowheads="1"/>
          </p:cNvSpPr>
          <p:nvPr/>
        </p:nvSpPr>
        <p:spPr bwMode="auto">
          <a:xfrm>
            <a:off x="47244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2" name="Rectangle 157"/>
          <p:cNvSpPr>
            <a:spLocks noChangeArrowheads="1"/>
          </p:cNvSpPr>
          <p:nvPr/>
        </p:nvSpPr>
        <p:spPr bwMode="auto">
          <a:xfrm>
            <a:off x="4953000" y="43434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3" name="Rectangle 158"/>
          <p:cNvSpPr>
            <a:spLocks noChangeArrowheads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4" name="Rectangle 159"/>
          <p:cNvSpPr>
            <a:spLocks noChangeArrowheads="1"/>
          </p:cNvSpPr>
          <p:nvPr/>
        </p:nvSpPr>
        <p:spPr bwMode="auto">
          <a:xfrm>
            <a:off x="54102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5" name="Rectangle 160"/>
          <p:cNvSpPr>
            <a:spLocks noChangeArrowheads="1"/>
          </p:cNvSpPr>
          <p:nvPr/>
        </p:nvSpPr>
        <p:spPr bwMode="auto">
          <a:xfrm>
            <a:off x="56388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6" name="Rectangle 161"/>
          <p:cNvSpPr>
            <a:spLocks noChangeArrowheads="1"/>
          </p:cNvSpPr>
          <p:nvPr/>
        </p:nvSpPr>
        <p:spPr bwMode="auto">
          <a:xfrm>
            <a:off x="58674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7" name="Rectangle 162"/>
          <p:cNvSpPr>
            <a:spLocks noChangeArrowheads="1"/>
          </p:cNvSpPr>
          <p:nvPr/>
        </p:nvSpPr>
        <p:spPr bwMode="auto">
          <a:xfrm>
            <a:off x="6096000" y="4343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8" name="Rectangle 163"/>
          <p:cNvSpPr>
            <a:spLocks noChangeArrowheads="1"/>
          </p:cNvSpPr>
          <p:nvPr/>
        </p:nvSpPr>
        <p:spPr bwMode="auto">
          <a:xfrm>
            <a:off x="2667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49" name="Rectangle 164"/>
          <p:cNvSpPr>
            <a:spLocks noChangeArrowheads="1"/>
          </p:cNvSpPr>
          <p:nvPr/>
        </p:nvSpPr>
        <p:spPr bwMode="auto">
          <a:xfrm>
            <a:off x="2895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0" name="Rectangle 165"/>
          <p:cNvSpPr>
            <a:spLocks noChangeArrowheads="1"/>
          </p:cNvSpPr>
          <p:nvPr/>
        </p:nvSpPr>
        <p:spPr bwMode="auto">
          <a:xfrm>
            <a:off x="3124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1" name="Rectangle 166"/>
          <p:cNvSpPr>
            <a:spLocks noChangeArrowheads="1"/>
          </p:cNvSpPr>
          <p:nvPr/>
        </p:nvSpPr>
        <p:spPr bwMode="auto">
          <a:xfrm>
            <a:off x="3352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2" name="Rectangle 167"/>
          <p:cNvSpPr>
            <a:spLocks noChangeArrowheads="1"/>
          </p:cNvSpPr>
          <p:nvPr/>
        </p:nvSpPr>
        <p:spPr bwMode="auto">
          <a:xfrm>
            <a:off x="35814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3" name="Rectangle 168"/>
          <p:cNvSpPr>
            <a:spLocks noChangeArrowheads="1"/>
          </p:cNvSpPr>
          <p:nvPr/>
        </p:nvSpPr>
        <p:spPr bwMode="auto">
          <a:xfrm>
            <a:off x="3810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4" name="Rectangle 169"/>
          <p:cNvSpPr>
            <a:spLocks noChangeArrowheads="1"/>
          </p:cNvSpPr>
          <p:nvPr/>
        </p:nvSpPr>
        <p:spPr bwMode="auto">
          <a:xfrm>
            <a:off x="4038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5" name="Rectangle 170"/>
          <p:cNvSpPr>
            <a:spLocks noChangeArrowheads="1"/>
          </p:cNvSpPr>
          <p:nvPr/>
        </p:nvSpPr>
        <p:spPr bwMode="auto">
          <a:xfrm>
            <a:off x="4267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6" name="Rectangle 171"/>
          <p:cNvSpPr>
            <a:spLocks noChangeArrowheads="1"/>
          </p:cNvSpPr>
          <p:nvPr/>
        </p:nvSpPr>
        <p:spPr bwMode="auto">
          <a:xfrm>
            <a:off x="4495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7" name="Rectangle 172"/>
          <p:cNvSpPr>
            <a:spLocks noChangeArrowheads="1"/>
          </p:cNvSpPr>
          <p:nvPr/>
        </p:nvSpPr>
        <p:spPr bwMode="auto">
          <a:xfrm>
            <a:off x="47244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8" name="Rectangle 173"/>
          <p:cNvSpPr>
            <a:spLocks noChangeArrowheads="1"/>
          </p:cNvSpPr>
          <p:nvPr/>
        </p:nvSpPr>
        <p:spPr bwMode="auto">
          <a:xfrm>
            <a:off x="4953000" y="45720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59" name="Rectangle 174"/>
          <p:cNvSpPr>
            <a:spLocks noChangeArrowheads="1"/>
          </p:cNvSpPr>
          <p:nvPr/>
        </p:nvSpPr>
        <p:spPr bwMode="auto">
          <a:xfrm>
            <a:off x="51816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0" name="Rectangle 175"/>
          <p:cNvSpPr>
            <a:spLocks noChangeArrowheads="1"/>
          </p:cNvSpPr>
          <p:nvPr/>
        </p:nvSpPr>
        <p:spPr bwMode="auto">
          <a:xfrm>
            <a:off x="54102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1" name="Rectangle 176"/>
          <p:cNvSpPr>
            <a:spLocks noChangeArrowheads="1"/>
          </p:cNvSpPr>
          <p:nvPr/>
        </p:nvSpPr>
        <p:spPr bwMode="auto">
          <a:xfrm>
            <a:off x="56388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2" name="Rectangle 177"/>
          <p:cNvSpPr>
            <a:spLocks noChangeArrowheads="1"/>
          </p:cNvSpPr>
          <p:nvPr/>
        </p:nvSpPr>
        <p:spPr bwMode="auto">
          <a:xfrm>
            <a:off x="58674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3" name="Rectangle 178"/>
          <p:cNvSpPr>
            <a:spLocks noChangeArrowheads="1"/>
          </p:cNvSpPr>
          <p:nvPr/>
        </p:nvSpPr>
        <p:spPr bwMode="auto">
          <a:xfrm>
            <a:off x="6096000" y="4572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4" name="Rectangle 179"/>
          <p:cNvSpPr>
            <a:spLocks noChangeArrowheads="1"/>
          </p:cNvSpPr>
          <p:nvPr/>
        </p:nvSpPr>
        <p:spPr bwMode="auto">
          <a:xfrm>
            <a:off x="2667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5" name="Rectangle 180"/>
          <p:cNvSpPr>
            <a:spLocks noChangeArrowheads="1"/>
          </p:cNvSpPr>
          <p:nvPr/>
        </p:nvSpPr>
        <p:spPr bwMode="auto">
          <a:xfrm>
            <a:off x="2895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6" name="Rectangle 181"/>
          <p:cNvSpPr>
            <a:spLocks noChangeArrowheads="1"/>
          </p:cNvSpPr>
          <p:nvPr/>
        </p:nvSpPr>
        <p:spPr bwMode="auto">
          <a:xfrm>
            <a:off x="3124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7" name="Rectangle 182"/>
          <p:cNvSpPr>
            <a:spLocks noChangeArrowheads="1"/>
          </p:cNvSpPr>
          <p:nvPr/>
        </p:nvSpPr>
        <p:spPr bwMode="auto">
          <a:xfrm>
            <a:off x="3352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8" name="Rectangle 183"/>
          <p:cNvSpPr>
            <a:spLocks noChangeArrowheads="1"/>
          </p:cNvSpPr>
          <p:nvPr/>
        </p:nvSpPr>
        <p:spPr bwMode="auto">
          <a:xfrm>
            <a:off x="3581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69" name="Rectangle 184"/>
          <p:cNvSpPr>
            <a:spLocks noChangeArrowheads="1"/>
          </p:cNvSpPr>
          <p:nvPr/>
        </p:nvSpPr>
        <p:spPr bwMode="auto">
          <a:xfrm>
            <a:off x="3810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0" name="Rectangle 185"/>
          <p:cNvSpPr>
            <a:spLocks noChangeArrowheads="1"/>
          </p:cNvSpPr>
          <p:nvPr/>
        </p:nvSpPr>
        <p:spPr bwMode="auto">
          <a:xfrm>
            <a:off x="4038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1" name="Rectangle 186"/>
          <p:cNvSpPr>
            <a:spLocks noChangeArrowheads="1"/>
          </p:cNvSpPr>
          <p:nvPr/>
        </p:nvSpPr>
        <p:spPr bwMode="auto">
          <a:xfrm>
            <a:off x="4267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2" name="Rectangle 187"/>
          <p:cNvSpPr>
            <a:spLocks noChangeArrowheads="1"/>
          </p:cNvSpPr>
          <p:nvPr/>
        </p:nvSpPr>
        <p:spPr bwMode="auto">
          <a:xfrm>
            <a:off x="44958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3" name="Rectangle 188"/>
          <p:cNvSpPr>
            <a:spLocks noChangeArrowheads="1"/>
          </p:cNvSpPr>
          <p:nvPr/>
        </p:nvSpPr>
        <p:spPr bwMode="auto">
          <a:xfrm>
            <a:off x="4724400" y="48006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4" name="Rectangle 189"/>
          <p:cNvSpPr>
            <a:spLocks noChangeArrowheads="1"/>
          </p:cNvSpPr>
          <p:nvPr/>
        </p:nvSpPr>
        <p:spPr bwMode="auto">
          <a:xfrm>
            <a:off x="4953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5" name="Rectangle 190"/>
          <p:cNvSpPr>
            <a:spLocks noChangeArrowheads="1"/>
          </p:cNvSpPr>
          <p:nvPr/>
        </p:nvSpPr>
        <p:spPr bwMode="auto">
          <a:xfrm>
            <a:off x="51816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6" name="Rectangle 191"/>
          <p:cNvSpPr>
            <a:spLocks noChangeArrowheads="1"/>
          </p:cNvSpPr>
          <p:nvPr/>
        </p:nvSpPr>
        <p:spPr bwMode="auto">
          <a:xfrm>
            <a:off x="54102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7" name="Rectangle 192"/>
          <p:cNvSpPr>
            <a:spLocks noChangeArrowheads="1"/>
          </p:cNvSpPr>
          <p:nvPr/>
        </p:nvSpPr>
        <p:spPr bwMode="auto">
          <a:xfrm>
            <a:off x="56388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8" name="Rectangle 193"/>
          <p:cNvSpPr>
            <a:spLocks noChangeArrowheads="1"/>
          </p:cNvSpPr>
          <p:nvPr/>
        </p:nvSpPr>
        <p:spPr bwMode="auto">
          <a:xfrm>
            <a:off x="58674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79" name="Rectangle 194"/>
          <p:cNvSpPr>
            <a:spLocks noChangeArrowheads="1"/>
          </p:cNvSpPr>
          <p:nvPr/>
        </p:nvSpPr>
        <p:spPr bwMode="auto">
          <a:xfrm>
            <a:off x="6096000" y="48006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0" name="Rectangle 195"/>
          <p:cNvSpPr>
            <a:spLocks noChangeArrowheads="1"/>
          </p:cNvSpPr>
          <p:nvPr/>
        </p:nvSpPr>
        <p:spPr bwMode="auto">
          <a:xfrm>
            <a:off x="2667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1" name="Rectangle 196"/>
          <p:cNvSpPr>
            <a:spLocks noChangeArrowheads="1"/>
          </p:cNvSpPr>
          <p:nvPr/>
        </p:nvSpPr>
        <p:spPr bwMode="auto">
          <a:xfrm>
            <a:off x="2895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2" name="Rectangle 197"/>
          <p:cNvSpPr>
            <a:spLocks noChangeArrowheads="1"/>
          </p:cNvSpPr>
          <p:nvPr/>
        </p:nvSpPr>
        <p:spPr bwMode="auto">
          <a:xfrm>
            <a:off x="3124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3" name="Rectangle 198"/>
          <p:cNvSpPr>
            <a:spLocks noChangeArrowheads="1"/>
          </p:cNvSpPr>
          <p:nvPr/>
        </p:nvSpPr>
        <p:spPr bwMode="auto">
          <a:xfrm>
            <a:off x="3352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4" name="Rectangle 199"/>
          <p:cNvSpPr>
            <a:spLocks noChangeArrowheads="1"/>
          </p:cNvSpPr>
          <p:nvPr/>
        </p:nvSpPr>
        <p:spPr bwMode="auto">
          <a:xfrm>
            <a:off x="3581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5" name="Rectangle 200"/>
          <p:cNvSpPr>
            <a:spLocks noChangeArrowheads="1"/>
          </p:cNvSpPr>
          <p:nvPr/>
        </p:nvSpPr>
        <p:spPr bwMode="auto">
          <a:xfrm>
            <a:off x="38100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6" name="Rectangle 201"/>
          <p:cNvSpPr>
            <a:spLocks noChangeArrowheads="1"/>
          </p:cNvSpPr>
          <p:nvPr/>
        </p:nvSpPr>
        <p:spPr bwMode="auto">
          <a:xfrm>
            <a:off x="40386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7" name="Rectangle 202"/>
          <p:cNvSpPr>
            <a:spLocks noChangeArrowheads="1"/>
          </p:cNvSpPr>
          <p:nvPr/>
        </p:nvSpPr>
        <p:spPr bwMode="auto">
          <a:xfrm>
            <a:off x="4267200" y="5029200"/>
            <a:ext cx="228600" cy="2286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8" name="Rectangle 203"/>
          <p:cNvSpPr>
            <a:spLocks noChangeArrowheads="1"/>
          </p:cNvSpPr>
          <p:nvPr/>
        </p:nvSpPr>
        <p:spPr bwMode="auto">
          <a:xfrm>
            <a:off x="4495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89" name="Rectangle 204"/>
          <p:cNvSpPr>
            <a:spLocks noChangeArrowheads="1"/>
          </p:cNvSpPr>
          <p:nvPr/>
        </p:nvSpPr>
        <p:spPr bwMode="auto">
          <a:xfrm>
            <a:off x="4724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0" name="Rectangle 205"/>
          <p:cNvSpPr>
            <a:spLocks noChangeArrowheads="1"/>
          </p:cNvSpPr>
          <p:nvPr/>
        </p:nvSpPr>
        <p:spPr bwMode="auto">
          <a:xfrm>
            <a:off x="4953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1" name="Rectangle 206"/>
          <p:cNvSpPr>
            <a:spLocks noChangeArrowheads="1"/>
          </p:cNvSpPr>
          <p:nvPr/>
        </p:nvSpPr>
        <p:spPr bwMode="auto">
          <a:xfrm>
            <a:off x="51816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2" name="Rectangle 207"/>
          <p:cNvSpPr>
            <a:spLocks noChangeArrowheads="1"/>
          </p:cNvSpPr>
          <p:nvPr/>
        </p:nvSpPr>
        <p:spPr bwMode="auto">
          <a:xfrm>
            <a:off x="54102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3" name="Rectangle 208"/>
          <p:cNvSpPr>
            <a:spLocks noChangeArrowheads="1"/>
          </p:cNvSpPr>
          <p:nvPr/>
        </p:nvSpPr>
        <p:spPr bwMode="auto">
          <a:xfrm>
            <a:off x="56388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4" name="Rectangle 209"/>
          <p:cNvSpPr>
            <a:spLocks noChangeArrowheads="1"/>
          </p:cNvSpPr>
          <p:nvPr/>
        </p:nvSpPr>
        <p:spPr bwMode="auto">
          <a:xfrm>
            <a:off x="58674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5" name="Rectangle 210"/>
          <p:cNvSpPr>
            <a:spLocks noChangeArrowheads="1"/>
          </p:cNvSpPr>
          <p:nvPr/>
        </p:nvSpPr>
        <p:spPr bwMode="auto">
          <a:xfrm>
            <a:off x="6096000" y="50292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6" name="Rectangle 211"/>
          <p:cNvSpPr>
            <a:spLocks noChangeArrowheads="1"/>
          </p:cNvSpPr>
          <p:nvPr/>
        </p:nvSpPr>
        <p:spPr bwMode="auto">
          <a:xfrm>
            <a:off x="2667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7" name="Rectangle 212"/>
          <p:cNvSpPr>
            <a:spLocks noChangeArrowheads="1"/>
          </p:cNvSpPr>
          <p:nvPr/>
        </p:nvSpPr>
        <p:spPr bwMode="auto">
          <a:xfrm>
            <a:off x="2895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8" name="Rectangle 213"/>
          <p:cNvSpPr>
            <a:spLocks noChangeArrowheads="1"/>
          </p:cNvSpPr>
          <p:nvPr/>
        </p:nvSpPr>
        <p:spPr bwMode="auto">
          <a:xfrm>
            <a:off x="3124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199" name="Rectangle 214"/>
          <p:cNvSpPr>
            <a:spLocks noChangeArrowheads="1"/>
          </p:cNvSpPr>
          <p:nvPr/>
        </p:nvSpPr>
        <p:spPr bwMode="auto">
          <a:xfrm>
            <a:off x="3352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0" name="Rectangle 215"/>
          <p:cNvSpPr>
            <a:spLocks noChangeArrowheads="1"/>
          </p:cNvSpPr>
          <p:nvPr/>
        </p:nvSpPr>
        <p:spPr bwMode="auto">
          <a:xfrm>
            <a:off x="3581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1" name="Rectangle 216"/>
          <p:cNvSpPr>
            <a:spLocks noChangeArrowheads="1"/>
          </p:cNvSpPr>
          <p:nvPr/>
        </p:nvSpPr>
        <p:spPr bwMode="auto">
          <a:xfrm>
            <a:off x="3810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2" name="Rectangle 217"/>
          <p:cNvSpPr>
            <a:spLocks noChangeArrowheads="1"/>
          </p:cNvSpPr>
          <p:nvPr/>
        </p:nvSpPr>
        <p:spPr bwMode="auto">
          <a:xfrm>
            <a:off x="4038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3" name="Rectangle 218"/>
          <p:cNvSpPr>
            <a:spLocks noChangeArrowheads="1"/>
          </p:cNvSpPr>
          <p:nvPr/>
        </p:nvSpPr>
        <p:spPr bwMode="auto">
          <a:xfrm>
            <a:off x="4267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4" name="Rectangle 219"/>
          <p:cNvSpPr>
            <a:spLocks noChangeArrowheads="1"/>
          </p:cNvSpPr>
          <p:nvPr/>
        </p:nvSpPr>
        <p:spPr bwMode="auto">
          <a:xfrm>
            <a:off x="4495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5" name="Rectangle 220"/>
          <p:cNvSpPr>
            <a:spLocks noChangeArrowheads="1"/>
          </p:cNvSpPr>
          <p:nvPr/>
        </p:nvSpPr>
        <p:spPr bwMode="auto">
          <a:xfrm>
            <a:off x="4724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6" name="Rectangle 221"/>
          <p:cNvSpPr>
            <a:spLocks noChangeArrowheads="1"/>
          </p:cNvSpPr>
          <p:nvPr/>
        </p:nvSpPr>
        <p:spPr bwMode="auto">
          <a:xfrm>
            <a:off x="4953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7" name="Rectangle 222"/>
          <p:cNvSpPr>
            <a:spLocks noChangeArrowheads="1"/>
          </p:cNvSpPr>
          <p:nvPr/>
        </p:nvSpPr>
        <p:spPr bwMode="auto">
          <a:xfrm>
            <a:off x="51816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8" name="Rectangle 223"/>
          <p:cNvSpPr>
            <a:spLocks noChangeArrowheads="1"/>
          </p:cNvSpPr>
          <p:nvPr/>
        </p:nvSpPr>
        <p:spPr bwMode="auto">
          <a:xfrm>
            <a:off x="54102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09" name="Rectangle 224"/>
          <p:cNvSpPr>
            <a:spLocks noChangeArrowheads="1"/>
          </p:cNvSpPr>
          <p:nvPr/>
        </p:nvSpPr>
        <p:spPr bwMode="auto">
          <a:xfrm>
            <a:off x="56388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0" name="Rectangle 225"/>
          <p:cNvSpPr>
            <a:spLocks noChangeArrowheads="1"/>
          </p:cNvSpPr>
          <p:nvPr/>
        </p:nvSpPr>
        <p:spPr bwMode="auto">
          <a:xfrm>
            <a:off x="58674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1" name="Rectangle 226"/>
          <p:cNvSpPr>
            <a:spLocks noChangeArrowheads="1"/>
          </p:cNvSpPr>
          <p:nvPr/>
        </p:nvSpPr>
        <p:spPr bwMode="auto">
          <a:xfrm>
            <a:off x="6096000" y="52578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2" name="Rectangle 227"/>
          <p:cNvSpPr>
            <a:spLocks noChangeArrowheads="1"/>
          </p:cNvSpPr>
          <p:nvPr/>
        </p:nvSpPr>
        <p:spPr bwMode="auto">
          <a:xfrm>
            <a:off x="2667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3" name="Rectangle 228"/>
          <p:cNvSpPr>
            <a:spLocks noChangeArrowheads="1"/>
          </p:cNvSpPr>
          <p:nvPr/>
        </p:nvSpPr>
        <p:spPr bwMode="auto">
          <a:xfrm>
            <a:off x="2895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4" name="Rectangle 229"/>
          <p:cNvSpPr>
            <a:spLocks noChangeArrowheads="1"/>
          </p:cNvSpPr>
          <p:nvPr/>
        </p:nvSpPr>
        <p:spPr bwMode="auto">
          <a:xfrm>
            <a:off x="3124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5" name="Rectangle 230"/>
          <p:cNvSpPr>
            <a:spLocks noChangeArrowheads="1"/>
          </p:cNvSpPr>
          <p:nvPr/>
        </p:nvSpPr>
        <p:spPr bwMode="auto">
          <a:xfrm>
            <a:off x="3352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6" name="Rectangle 231"/>
          <p:cNvSpPr>
            <a:spLocks noChangeArrowheads="1"/>
          </p:cNvSpPr>
          <p:nvPr/>
        </p:nvSpPr>
        <p:spPr bwMode="auto">
          <a:xfrm>
            <a:off x="3581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7" name="Rectangle 232"/>
          <p:cNvSpPr>
            <a:spLocks noChangeArrowheads="1"/>
          </p:cNvSpPr>
          <p:nvPr/>
        </p:nvSpPr>
        <p:spPr bwMode="auto">
          <a:xfrm>
            <a:off x="3810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8" name="Rectangle 233"/>
          <p:cNvSpPr>
            <a:spLocks noChangeArrowheads="1"/>
          </p:cNvSpPr>
          <p:nvPr/>
        </p:nvSpPr>
        <p:spPr bwMode="auto">
          <a:xfrm>
            <a:off x="4038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19" name="Rectangle 234"/>
          <p:cNvSpPr>
            <a:spLocks noChangeArrowheads="1"/>
          </p:cNvSpPr>
          <p:nvPr/>
        </p:nvSpPr>
        <p:spPr bwMode="auto">
          <a:xfrm>
            <a:off x="4267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0" name="Rectangle 235"/>
          <p:cNvSpPr>
            <a:spLocks noChangeArrowheads="1"/>
          </p:cNvSpPr>
          <p:nvPr/>
        </p:nvSpPr>
        <p:spPr bwMode="auto">
          <a:xfrm>
            <a:off x="4495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1" name="Rectangle 236"/>
          <p:cNvSpPr>
            <a:spLocks noChangeArrowheads="1"/>
          </p:cNvSpPr>
          <p:nvPr/>
        </p:nvSpPr>
        <p:spPr bwMode="auto">
          <a:xfrm>
            <a:off x="4724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2" name="Rectangle 237"/>
          <p:cNvSpPr>
            <a:spLocks noChangeArrowheads="1"/>
          </p:cNvSpPr>
          <p:nvPr/>
        </p:nvSpPr>
        <p:spPr bwMode="auto">
          <a:xfrm>
            <a:off x="4953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3" name="Rectangle 238"/>
          <p:cNvSpPr>
            <a:spLocks noChangeArrowheads="1"/>
          </p:cNvSpPr>
          <p:nvPr/>
        </p:nvSpPr>
        <p:spPr bwMode="auto">
          <a:xfrm>
            <a:off x="51816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4" name="Rectangle 239"/>
          <p:cNvSpPr>
            <a:spLocks noChangeArrowheads="1"/>
          </p:cNvSpPr>
          <p:nvPr/>
        </p:nvSpPr>
        <p:spPr bwMode="auto">
          <a:xfrm>
            <a:off x="54102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5" name="Rectangle 240"/>
          <p:cNvSpPr>
            <a:spLocks noChangeArrowheads="1"/>
          </p:cNvSpPr>
          <p:nvPr/>
        </p:nvSpPr>
        <p:spPr bwMode="auto">
          <a:xfrm>
            <a:off x="56388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6" name="Rectangle 241"/>
          <p:cNvSpPr>
            <a:spLocks noChangeArrowheads="1"/>
          </p:cNvSpPr>
          <p:nvPr/>
        </p:nvSpPr>
        <p:spPr bwMode="auto">
          <a:xfrm>
            <a:off x="58674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7" name="Rectangle 242"/>
          <p:cNvSpPr>
            <a:spLocks noChangeArrowheads="1"/>
          </p:cNvSpPr>
          <p:nvPr/>
        </p:nvSpPr>
        <p:spPr bwMode="auto">
          <a:xfrm>
            <a:off x="6096000" y="54864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8" name="Rectangle 243"/>
          <p:cNvSpPr>
            <a:spLocks noChangeArrowheads="1"/>
          </p:cNvSpPr>
          <p:nvPr/>
        </p:nvSpPr>
        <p:spPr bwMode="auto">
          <a:xfrm>
            <a:off x="2667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29" name="Rectangle 244"/>
          <p:cNvSpPr>
            <a:spLocks noChangeArrowheads="1"/>
          </p:cNvSpPr>
          <p:nvPr/>
        </p:nvSpPr>
        <p:spPr bwMode="auto">
          <a:xfrm>
            <a:off x="2895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0" name="Rectangle 245"/>
          <p:cNvSpPr>
            <a:spLocks noChangeArrowheads="1"/>
          </p:cNvSpPr>
          <p:nvPr/>
        </p:nvSpPr>
        <p:spPr bwMode="auto">
          <a:xfrm>
            <a:off x="3124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1" name="Rectangle 246"/>
          <p:cNvSpPr>
            <a:spLocks noChangeArrowheads="1"/>
          </p:cNvSpPr>
          <p:nvPr/>
        </p:nvSpPr>
        <p:spPr bwMode="auto">
          <a:xfrm>
            <a:off x="3352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2" name="Rectangle 247"/>
          <p:cNvSpPr>
            <a:spLocks noChangeArrowheads="1"/>
          </p:cNvSpPr>
          <p:nvPr/>
        </p:nvSpPr>
        <p:spPr bwMode="auto">
          <a:xfrm>
            <a:off x="3581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3" name="Rectangle 248"/>
          <p:cNvSpPr>
            <a:spLocks noChangeArrowheads="1"/>
          </p:cNvSpPr>
          <p:nvPr/>
        </p:nvSpPr>
        <p:spPr bwMode="auto">
          <a:xfrm>
            <a:off x="3810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4" name="Rectangle 249"/>
          <p:cNvSpPr>
            <a:spLocks noChangeArrowheads="1"/>
          </p:cNvSpPr>
          <p:nvPr/>
        </p:nvSpPr>
        <p:spPr bwMode="auto">
          <a:xfrm>
            <a:off x="4038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5" name="Rectangle 250"/>
          <p:cNvSpPr>
            <a:spLocks noChangeArrowheads="1"/>
          </p:cNvSpPr>
          <p:nvPr/>
        </p:nvSpPr>
        <p:spPr bwMode="auto">
          <a:xfrm>
            <a:off x="4267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6" name="Rectangle 251"/>
          <p:cNvSpPr>
            <a:spLocks noChangeArrowheads="1"/>
          </p:cNvSpPr>
          <p:nvPr/>
        </p:nvSpPr>
        <p:spPr bwMode="auto">
          <a:xfrm>
            <a:off x="4495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7" name="Rectangle 252"/>
          <p:cNvSpPr>
            <a:spLocks noChangeArrowheads="1"/>
          </p:cNvSpPr>
          <p:nvPr/>
        </p:nvSpPr>
        <p:spPr bwMode="auto">
          <a:xfrm>
            <a:off x="4724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8" name="Rectangle 253"/>
          <p:cNvSpPr>
            <a:spLocks noChangeArrowheads="1"/>
          </p:cNvSpPr>
          <p:nvPr/>
        </p:nvSpPr>
        <p:spPr bwMode="auto">
          <a:xfrm>
            <a:off x="4953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39" name="Rectangle 254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40" name="Rectangle 255"/>
          <p:cNvSpPr>
            <a:spLocks noChangeArrowheads="1"/>
          </p:cNvSpPr>
          <p:nvPr/>
        </p:nvSpPr>
        <p:spPr bwMode="auto">
          <a:xfrm>
            <a:off x="54102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41" name="Rectangle 256"/>
          <p:cNvSpPr>
            <a:spLocks noChangeArrowheads="1"/>
          </p:cNvSpPr>
          <p:nvPr/>
        </p:nvSpPr>
        <p:spPr bwMode="auto">
          <a:xfrm>
            <a:off x="56388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42" name="Rectangle 257"/>
          <p:cNvSpPr>
            <a:spLocks noChangeArrowheads="1"/>
          </p:cNvSpPr>
          <p:nvPr/>
        </p:nvSpPr>
        <p:spPr bwMode="auto">
          <a:xfrm>
            <a:off x="58674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sp>
        <p:nvSpPr>
          <p:cNvPr id="42243" name="Rectangle 258"/>
          <p:cNvSpPr>
            <a:spLocks noChangeArrowheads="1"/>
          </p:cNvSpPr>
          <p:nvPr/>
        </p:nvSpPr>
        <p:spPr bwMode="auto">
          <a:xfrm>
            <a:off x="6096000" y="5715000"/>
            <a:ext cx="2286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anose="020B0609040504020204" pitchFamily="49" charset="0"/>
            </a:endParaRPr>
          </a:p>
        </p:txBody>
      </p:sp>
      <p:cxnSp>
        <p:nvCxnSpPr>
          <p:cNvPr id="42244" name="Straight Arrow Connector 266"/>
          <p:cNvCxnSpPr>
            <a:cxnSpLocks noChangeShapeType="1"/>
          </p:cNvCxnSpPr>
          <p:nvPr/>
        </p:nvCxnSpPr>
        <p:spPr bwMode="auto">
          <a:xfrm>
            <a:off x="4614863" y="4224338"/>
            <a:ext cx="228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45" name="Straight Arrow Connector 268"/>
          <p:cNvCxnSpPr>
            <a:cxnSpLocks noChangeShapeType="1"/>
          </p:cNvCxnSpPr>
          <p:nvPr/>
        </p:nvCxnSpPr>
        <p:spPr bwMode="auto">
          <a:xfrm flipV="1">
            <a:off x="4614863" y="3995738"/>
            <a:ext cx="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46" name="Straight Arrow Connector 272"/>
          <p:cNvCxnSpPr>
            <a:cxnSpLocks noChangeShapeType="1"/>
          </p:cNvCxnSpPr>
          <p:nvPr/>
        </p:nvCxnSpPr>
        <p:spPr bwMode="auto">
          <a:xfrm>
            <a:off x="4614863" y="4224338"/>
            <a:ext cx="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47" name="Straight Arrow Connector 269"/>
          <p:cNvCxnSpPr>
            <a:cxnSpLocks noChangeShapeType="1"/>
          </p:cNvCxnSpPr>
          <p:nvPr/>
        </p:nvCxnSpPr>
        <p:spPr bwMode="auto">
          <a:xfrm>
            <a:off x="4367213" y="3986213"/>
            <a:ext cx="228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48" name="Straight Arrow Connector 271"/>
          <p:cNvCxnSpPr>
            <a:cxnSpLocks noChangeShapeType="1"/>
          </p:cNvCxnSpPr>
          <p:nvPr/>
        </p:nvCxnSpPr>
        <p:spPr bwMode="auto">
          <a:xfrm flipV="1">
            <a:off x="4367213" y="3757613"/>
            <a:ext cx="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49" name="Straight Arrow Connector 273"/>
          <p:cNvCxnSpPr>
            <a:cxnSpLocks noChangeShapeType="1"/>
          </p:cNvCxnSpPr>
          <p:nvPr/>
        </p:nvCxnSpPr>
        <p:spPr bwMode="auto">
          <a:xfrm flipH="1">
            <a:off x="4138613" y="3986213"/>
            <a:ext cx="228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50" name="Straight Arrow Connector 274"/>
          <p:cNvCxnSpPr>
            <a:cxnSpLocks noChangeShapeType="1"/>
          </p:cNvCxnSpPr>
          <p:nvPr/>
        </p:nvCxnSpPr>
        <p:spPr bwMode="auto">
          <a:xfrm>
            <a:off x="4391025" y="4476750"/>
            <a:ext cx="228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51" name="Straight Arrow Connector 275"/>
          <p:cNvCxnSpPr>
            <a:cxnSpLocks noChangeShapeType="1"/>
          </p:cNvCxnSpPr>
          <p:nvPr/>
        </p:nvCxnSpPr>
        <p:spPr bwMode="auto">
          <a:xfrm flipH="1">
            <a:off x="4162425" y="4476750"/>
            <a:ext cx="228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52" name="Straight Arrow Connector 276"/>
          <p:cNvCxnSpPr>
            <a:cxnSpLocks noChangeShapeType="1"/>
          </p:cNvCxnSpPr>
          <p:nvPr/>
        </p:nvCxnSpPr>
        <p:spPr bwMode="auto">
          <a:xfrm>
            <a:off x="4391025" y="4476750"/>
            <a:ext cx="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53" name="Straight Arrow Connector 277"/>
          <p:cNvCxnSpPr>
            <a:cxnSpLocks noChangeShapeType="1"/>
          </p:cNvCxnSpPr>
          <p:nvPr/>
        </p:nvCxnSpPr>
        <p:spPr bwMode="auto">
          <a:xfrm flipV="1">
            <a:off x="4124325" y="4010025"/>
            <a:ext cx="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54" name="Straight Arrow Connector 278"/>
          <p:cNvCxnSpPr>
            <a:cxnSpLocks noChangeShapeType="1"/>
          </p:cNvCxnSpPr>
          <p:nvPr/>
        </p:nvCxnSpPr>
        <p:spPr bwMode="auto">
          <a:xfrm>
            <a:off x="4124325" y="4238625"/>
            <a:ext cx="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684620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Flood Fill in a Mesh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3D, you start from a polygon and walk onto the </a:t>
            </a:r>
            <a:r>
              <a:rPr lang="en-US" smtClean="0"/>
              <a:t>neighboring polygons.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9126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3907</TotalTime>
  <Words>2025</Words>
  <Application>Microsoft Office PowerPoint</Application>
  <PresentationFormat>On-screen Show (4:3)</PresentationFormat>
  <Paragraphs>360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굴림</vt:lpstr>
      <vt:lpstr>Arial</vt:lpstr>
      <vt:lpstr>Calibri</vt:lpstr>
      <vt:lpstr>Consolas</vt:lpstr>
      <vt:lpstr>Lucida Console</vt:lpstr>
      <vt:lpstr>Default Design</vt:lpstr>
      <vt:lpstr>24-783 Lecture 17</vt:lpstr>
      <vt:lpstr>Retro Gaming Night This Friday</vt:lpstr>
      <vt:lpstr>PowerPoint Presentation</vt:lpstr>
      <vt:lpstr>Let's stitch polygons together while reading a file</vt:lpstr>
      <vt:lpstr>Reducing Order of Computation with a 3D Lattice</vt:lpstr>
      <vt:lpstr>Other common data structure</vt:lpstr>
      <vt:lpstr>PowerPoint Presentation</vt:lpstr>
      <vt:lpstr>PowerPoint Presentation</vt:lpstr>
      <vt:lpstr>Lattice class</vt:lpstr>
      <vt:lpstr>PowerPoint Presentation</vt:lpstr>
      <vt:lpstr>Writing it in C++</vt:lpstr>
      <vt:lpstr>Make it a MeshLattice</vt:lpstr>
      <vt:lpstr>Implementing MeshLattice Class</vt:lpstr>
      <vt:lpstr>Verifying the Lattice</vt:lpstr>
      <vt:lpstr>Update LoadBinStl so that it stitches the vertices.</vt:lpstr>
      <vt:lpstr>PowerPoint Presentation</vt:lpstr>
      <vt:lpstr>How can you register polygons in a lattice?</vt:lpstr>
      <vt:lpstr>How can you register polygons in a lattice?</vt:lpstr>
      <vt:lpstr>How can you register polygons in a lattice?</vt:lpstr>
      <vt:lpstr>Finding Connected Vertices</vt:lpstr>
      <vt:lpstr>Finding polygons from an edge.</vt:lpstr>
      <vt:lpstr>Drawing a connectivity graph (Dual)</vt:lpstr>
      <vt:lpstr>PowerPoint Presentation</vt:lpstr>
      <vt:lpstr>Depth-first and breadth-first search in binary tree</vt:lpstr>
      <vt:lpstr>Implementation</vt:lpstr>
      <vt:lpstr>Breadth-First Search in a Graph</vt:lpstr>
      <vt:lpstr>Breadth-First Search in a Graph</vt:lpstr>
      <vt:lpstr>Breadth-First Search in a Graph</vt:lpstr>
      <vt:lpstr>Selecting edge-connected vertices within certain radius from a picked vertex.</vt:lpstr>
      <vt:lpstr>Highlighting High Dihedral-Angle Edges</vt:lpstr>
      <vt:lpstr>Greedy Path Finding</vt:lpstr>
      <vt:lpstr>Introducing YsShellExt class</vt:lpstr>
      <vt:lpstr>Using YsShellExt class</vt:lpstr>
      <vt:lpstr>Identifying a mesh type</vt:lpstr>
      <vt:lpstr>Re-writing the Picking (and other features) Program with YsShellExt</vt:lpstr>
      <vt:lpstr>Color-map problem</vt:lpstr>
      <vt:lpstr>PowerPoint Presentation</vt:lpstr>
      <vt:lpstr>Greedy-Search Path Finding</vt:lpstr>
      <vt:lpstr>PowerPoint Presentation</vt:lpstr>
      <vt:lpstr>Flood Fill in a Mesh</vt:lpstr>
      <vt:lpstr>Flood Fill</vt:lpstr>
      <vt:lpstr>Flood Fill</vt:lpstr>
      <vt:lpstr>Flood Fill</vt:lpstr>
      <vt:lpstr>Flood Fill</vt:lpstr>
      <vt:lpstr>Flood Fill in a Mesh</vt:lpstr>
    </vt:vector>
  </TitlesOfParts>
  <Company>CMU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soji</dc:creator>
  <cp:lastModifiedBy>Soji Yamakawa</cp:lastModifiedBy>
  <cp:revision>633</cp:revision>
  <dcterms:created xsi:type="dcterms:W3CDTF">2009-08-19T14:18:47Z</dcterms:created>
  <dcterms:modified xsi:type="dcterms:W3CDTF">2017-03-22T20:08:49Z</dcterms:modified>
</cp:coreProperties>
</file>